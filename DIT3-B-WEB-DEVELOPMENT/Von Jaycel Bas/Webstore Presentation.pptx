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73" r:id="rId2"/>
    <p:sldId id="256" r:id="rId3"/>
    <p:sldId id="257" r:id="rId4"/>
    <p:sldId id="259" r:id="rId5"/>
    <p:sldId id="260" r:id="rId6"/>
    <p:sldId id="263" r:id="rId7"/>
    <p:sldId id="277" r:id="rId8"/>
    <p:sldId id="278" r:id="rId9"/>
    <p:sldId id="271" r:id="rId10"/>
    <p:sldId id="274" r:id="rId11"/>
    <p:sldId id="275" r:id="rId12"/>
    <p:sldId id="276" r:id="rId13"/>
    <p:sldId id="261" r:id="rId14"/>
    <p:sldId id="262" r:id="rId15"/>
    <p:sldId id="270" r:id="rId16"/>
    <p:sldId id="272" r:id="rId17"/>
  </p:sldIdLst>
  <p:sldSz cx="18288000" cy="10287000"/>
  <p:notesSz cx="6858000" cy="9144000"/>
  <p:embeddedFontLst>
    <p:embeddedFont>
      <p:font typeface="Inter Bold" panose="020B0604020202020204" charset="0"/>
      <p:regular r:id="rId18"/>
    </p:embeddedFont>
    <p:embeddedFont>
      <p:font typeface="Poppins Bold" panose="00000800000000000000" charset="0"/>
      <p:regular r:id="rId19"/>
    </p:embeddedFont>
    <p:embeddedFont>
      <p:font typeface="TT Fors" panose="020B0604020202020204" charset="0"/>
      <p:regular r:id="rId20"/>
    </p:embeddedFont>
    <p:embeddedFont>
      <p:font typeface="TT Fors Bold"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6072B9-2759-4A08-98E7-C3B29DEF46C2}" v="132" dt="2025-12-12T05:42:30.8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on Jaycel Bas" userId="e2597ea1b54de472" providerId="LiveId" clId="{00F1A2AC-E7D5-40B3-90FA-7B59464E1979}"/>
    <pc:docChg chg="undo redo custSel addSld delSld modSld sldOrd">
      <pc:chgData name="Von Jaycel Bas" userId="e2597ea1b54de472" providerId="LiveId" clId="{00F1A2AC-E7D5-40B3-90FA-7B59464E1979}" dt="2025-12-12T05:44:22.228" v="1221" actId="255"/>
      <pc:docMkLst>
        <pc:docMk/>
      </pc:docMkLst>
      <pc:sldChg chg="modSp mod modTransition modAnim">
        <pc:chgData name="Von Jaycel Bas" userId="e2597ea1b54de472" providerId="LiveId" clId="{00F1A2AC-E7D5-40B3-90FA-7B59464E1979}" dt="2025-12-12T04:30:22.589" v="1163"/>
        <pc:sldMkLst>
          <pc:docMk/>
          <pc:sldMk cId="0" sldId="256"/>
        </pc:sldMkLst>
        <pc:spChg chg="mod">
          <ac:chgData name="Von Jaycel Bas" userId="e2597ea1b54de472" providerId="LiveId" clId="{00F1A2AC-E7D5-40B3-90FA-7B59464E1979}" dt="2025-12-12T03:11:48.820" v="7" actId="1076"/>
          <ac:spMkLst>
            <pc:docMk/>
            <pc:sldMk cId="0" sldId="256"/>
            <ac:spMk id="2" creationId="{00000000-0000-0000-0000-000000000000}"/>
          </ac:spMkLst>
        </pc:spChg>
        <pc:spChg chg="mod">
          <ac:chgData name="Von Jaycel Bas" userId="e2597ea1b54de472" providerId="LiveId" clId="{00F1A2AC-E7D5-40B3-90FA-7B59464E1979}" dt="2025-12-12T03:11:37.669" v="3" actId="1076"/>
          <ac:spMkLst>
            <pc:docMk/>
            <pc:sldMk cId="0" sldId="256"/>
            <ac:spMk id="9" creationId="{00000000-0000-0000-0000-000000000000}"/>
          </ac:spMkLst>
        </pc:spChg>
        <pc:spChg chg="mod">
          <ac:chgData name="Von Jaycel Bas" userId="e2597ea1b54de472" providerId="LiveId" clId="{00F1A2AC-E7D5-40B3-90FA-7B59464E1979}" dt="2025-12-12T03:11:21.630" v="1" actId="1076"/>
          <ac:spMkLst>
            <pc:docMk/>
            <pc:sldMk cId="0" sldId="256"/>
            <ac:spMk id="10" creationId="{00000000-0000-0000-0000-000000000000}"/>
          </ac:spMkLst>
        </pc:spChg>
        <pc:spChg chg="mod">
          <ac:chgData name="Von Jaycel Bas" userId="e2597ea1b54de472" providerId="LiveId" clId="{00F1A2AC-E7D5-40B3-90FA-7B59464E1979}" dt="2025-12-12T03:11:44.285" v="5" actId="1076"/>
          <ac:spMkLst>
            <pc:docMk/>
            <pc:sldMk cId="0" sldId="256"/>
            <ac:spMk id="11" creationId="{00000000-0000-0000-0000-000000000000}"/>
          </ac:spMkLst>
        </pc:spChg>
        <pc:grpChg chg="mod">
          <ac:chgData name="Von Jaycel Bas" userId="e2597ea1b54de472" providerId="LiveId" clId="{00F1A2AC-E7D5-40B3-90FA-7B59464E1979}" dt="2025-12-12T03:11:41.317" v="4" actId="1076"/>
          <ac:grpSpMkLst>
            <pc:docMk/>
            <pc:sldMk cId="0" sldId="256"/>
            <ac:grpSpMk id="3" creationId="{00000000-0000-0000-0000-000000000000}"/>
          </ac:grpSpMkLst>
        </pc:grpChg>
      </pc:sldChg>
      <pc:sldChg chg="modSp mod modTransition">
        <pc:chgData name="Von Jaycel Bas" userId="e2597ea1b54de472" providerId="LiveId" clId="{00F1A2AC-E7D5-40B3-90FA-7B59464E1979}" dt="2025-12-12T05:44:22.228" v="1221" actId="255"/>
        <pc:sldMkLst>
          <pc:docMk/>
          <pc:sldMk cId="0" sldId="257"/>
        </pc:sldMkLst>
        <pc:spChg chg="mod">
          <ac:chgData name="Von Jaycel Bas" userId="e2597ea1b54de472" providerId="LiveId" clId="{00F1A2AC-E7D5-40B3-90FA-7B59464E1979}" dt="2025-12-12T05:43:29.489" v="1217" actId="1076"/>
          <ac:spMkLst>
            <pc:docMk/>
            <pc:sldMk cId="0" sldId="257"/>
            <ac:spMk id="11" creationId="{00000000-0000-0000-0000-000000000000}"/>
          </ac:spMkLst>
        </pc:spChg>
        <pc:spChg chg="mod">
          <ac:chgData name="Von Jaycel Bas" userId="e2597ea1b54de472" providerId="LiveId" clId="{00F1A2AC-E7D5-40B3-90FA-7B59464E1979}" dt="2025-12-12T05:44:22.228" v="1221" actId="255"/>
          <ac:spMkLst>
            <pc:docMk/>
            <pc:sldMk cId="0" sldId="257"/>
            <ac:spMk id="12" creationId="{00000000-0000-0000-0000-000000000000}"/>
          </ac:spMkLst>
        </pc:spChg>
      </pc:sldChg>
      <pc:sldChg chg="del">
        <pc:chgData name="Von Jaycel Bas" userId="e2597ea1b54de472" providerId="LiveId" clId="{00F1A2AC-E7D5-40B3-90FA-7B59464E1979}" dt="2025-12-12T03:21:18.808" v="51" actId="47"/>
        <pc:sldMkLst>
          <pc:docMk/>
          <pc:sldMk cId="0" sldId="258"/>
        </pc:sldMkLst>
      </pc:sldChg>
      <pc:sldChg chg="modSp mod modTransition">
        <pc:chgData name="Von Jaycel Bas" userId="e2597ea1b54de472" providerId="LiveId" clId="{00F1A2AC-E7D5-40B3-90FA-7B59464E1979}" dt="2025-12-12T05:32:40.427" v="1201" actId="20577"/>
        <pc:sldMkLst>
          <pc:docMk/>
          <pc:sldMk cId="0" sldId="259"/>
        </pc:sldMkLst>
        <pc:spChg chg="mod">
          <ac:chgData name="Von Jaycel Bas" userId="e2597ea1b54de472" providerId="LiveId" clId="{00F1A2AC-E7D5-40B3-90FA-7B59464E1979}" dt="2025-12-12T05:32:40.427" v="1201" actId="20577"/>
          <ac:spMkLst>
            <pc:docMk/>
            <pc:sldMk cId="0" sldId="259"/>
            <ac:spMk id="14" creationId="{00000000-0000-0000-0000-000000000000}"/>
          </ac:spMkLst>
        </pc:spChg>
      </pc:sldChg>
      <pc:sldChg chg="addSp delSp modSp mod modTransition">
        <pc:chgData name="Von Jaycel Bas" userId="e2597ea1b54de472" providerId="LiveId" clId="{00F1A2AC-E7D5-40B3-90FA-7B59464E1979}" dt="2025-12-12T04:00:57.074" v="826"/>
        <pc:sldMkLst>
          <pc:docMk/>
          <pc:sldMk cId="0" sldId="260"/>
        </pc:sldMkLst>
        <pc:spChg chg="mod">
          <ac:chgData name="Von Jaycel Bas" userId="e2597ea1b54de472" providerId="LiveId" clId="{00F1A2AC-E7D5-40B3-90FA-7B59464E1979}" dt="2025-12-12T03:13:28.139" v="13" actId="1076"/>
          <ac:spMkLst>
            <pc:docMk/>
            <pc:sldMk cId="0" sldId="260"/>
            <ac:spMk id="2" creationId="{00000000-0000-0000-0000-000000000000}"/>
          </ac:spMkLst>
        </pc:spChg>
        <pc:grpChg chg="del">
          <ac:chgData name="Von Jaycel Bas" userId="e2597ea1b54de472" providerId="LiveId" clId="{00F1A2AC-E7D5-40B3-90FA-7B59464E1979}" dt="2025-12-12T03:14:17.827" v="25" actId="478"/>
          <ac:grpSpMkLst>
            <pc:docMk/>
            <pc:sldMk cId="0" sldId="260"/>
            <ac:grpSpMk id="6" creationId="{00000000-0000-0000-0000-000000000000}"/>
          </ac:grpSpMkLst>
        </pc:grpChg>
        <pc:grpChg chg="del">
          <ac:chgData name="Von Jaycel Bas" userId="e2597ea1b54de472" providerId="LiveId" clId="{00F1A2AC-E7D5-40B3-90FA-7B59464E1979}" dt="2025-12-12T03:13:34.765" v="16" actId="478"/>
          <ac:grpSpMkLst>
            <pc:docMk/>
            <pc:sldMk cId="0" sldId="260"/>
            <ac:grpSpMk id="8" creationId="{00000000-0000-0000-0000-000000000000}"/>
          </ac:grpSpMkLst>
        </pc:grpChg>
        <pc:grpChg chg="del">
          <ac:chgData name="Von Jaycel Bas" userId="e2597ea1b54de472" providerId="LiveId" clId="{00F1A2AC-E7D5-40B3-90FA-7B59464E1979}" dt="2025-12-12T03:14:17.827" v="25" actId="478"/>
          <ac:grpSpMkLst>
            <pc:docMk/>
            <pc:sldMk cId="0" sldId="260"/>
            <ac:grpSpMk id="10" creationId="{00000000-0000-0000-0000-000000000000}"/>
          </ac:grpSpMkLst>
        </pc:grpChg>
        <pc:picChg chg="add mod">
          <ac:chgData name="Von Jaycel Bas" userId="e2597ea1b54de472" providerId="LiveId" clId="{00F1A2AC-E7D5-40B3-90FA-7B59464E1979}" dt="2025-12-12T03:13:58.921" v="20" actId="14100"/>
          <ac:picMkLst>
            <pc:docMk/>
            <pc:sldMk cId="0" sldId="260"/>
            <ac:picMk id="18" creationId="{4554FCA4-844E-63AB-A64A-C8538C226FB7}"/>
          </ac:picMkLst>
        </pc:picChg>
        <pc:picChg chg="add mod">
          <ac:chgData name="Von Jaycel Bas" userId="e2597ea1b54de472" providerId="LiveId" clId="{00F1A2AC-E7D5-40B3-90FA-7B59464E1979}" dt="2025-12-12T03:14:25.364" v="26" actId="1076"/>
          <ac:picMkLst>
            <pc:docMk/>
            <pc:sldMk cId="0" sldId="260"/>
            <ac:picMk id="20" creationId="{0E50FA25-30AC-4512-6B1B-EEF20C7C35D6}"/>
          </ac:picMkLst>
        </pc:picChg>
      </pc:sldChg>
      <pc:sldChg chg="addSp delSp modSp mod modTransition">
        <pc:chgData name="Von Jaycel Bas" userId="e2597ea1b54de472" providerId="LiveId" clId="{00F1A2AC-E7D5-40B3-90FA-7B59464E1979}" dt="2025-12-12T04:01:14.412" v="829"/>
        <pc:sldMkLst>
          <pc:docMk/>
          <pc:sldMk cId="0" sldId="261"/>
        </pc:sldMkLst>
        <pc:grpChg chg="del">
          <ac:chgData name="Von Jaycel Bas" userId="e2597ea1b54de472" providerId="LiveId" clId="{00F1A2AC-E7D5-40B3-90FA-7B59464E1979}" dt="2025-12-12T03:17:01.112" v="31" actId="478"/>
          <ac:grpSpMkLst>
            <pc:docMk/>
            <pc:sldMk cId="0" sldId="261"/>
            <ac:grpSpMk id="9" creationId="{00000000-0000-0000-0000-000000000000}"/>
          </ac:grpSpMkLst>
        </pc:grpChg>
        <pc:grpChg chg="del">
          <ac:chgData name="Von Jaycel Bas" userId="e2597ea1b54de472" providerId="LiveId" clId="{00F1A2AC-E7D5-40B3-90FA-7B59464E1979}" dt="2025-12-12T03:17:01.112" v="31" actId="478"/>
          <ac:grpSpMkLst>
            <pc:docMk/>
            <pc:sldMk cId="0" sldId="261"/>
            <ac:grpSpMk id="11" creationId="{00000000-0000-0000-0000-000000000000}"/>
          </ac:grpSpMkLst>
        </pc:grpChg>
        <pc:picChg chg="add mod">
          <ac:chgData name="Von Jaycel Bas" userId="e2597ea1b54de472" providerId="LiveId" clId="{00F1A2AC-E7D5-40B3-90FA-7B59464E1979}" dt="2025-12-12T03:17:19.879" v="34" actId="1076"/>
          <ac:picMkLst>
            <pc:docMk/>
            <pc:sldMk cId="0" sldId="261"/>
            <ac:picMk id="19" creationId="{7E98D8F9-044C-FA80-B565-02B2667FD81F}"/>
          </ac:picMkLst>
        </pc:picChg>
      </pc:sldChg>
      <pc:sldChg chg="addSp delSp modSp mod modTransition">
        <pc:chgData name="Von Jaycel Bas" userId="e2597ea1b54de472" providerId="LiveId" clId="{00F1A2AC-E7D5-40B3-90FA-7B59464E1979}" dt="2025-12-12T04:01:19.911" v="830"/>
        <pc:sldMkLst>
          <pc:docMk/>
          <pc:sldMk cId="0" sldId="262"/>
        </pc:sldMkLst>
        <pc:spChg chg="mod">
          <ac:chgData name="Von Jaycel Bas" userId="e2597ea1b54de472" providerId="LiveId" clId="{00F1A2AC-E7D5-40B3-90FA-7B59464E1979}" dt="2025-12-12T03:30:12.055" v="179" actId="1076"/>
          <ac:spMkLst>
            <pc:docMk/>
            <pc:sldMk cId="0" sldId="262"/>
            <ac:spMk id="14" creationId="{00000000-0000-0000-0000-000000000000}"/>
          </ac:spMkLst>
        </pc:spChg>
        <pc:spChg chg="mod">
          <ac:chgData name="Von Jaycel Bas" userId="e2597ea1b54de472" providerId="LiveId" clId="{00F1A2AC-E7D5-40B3-90FA-7B59464E1979}" dt="2025-12-12T03:30:07.007" v="178" actId="1076"/>
          <ac:spMkLst>
            <pc:docMk/>
            <pc:sldMk cId="0" sldId="262"/>
            <ac:spMk id="15" creationId="{00000000-0000-0000-0000-000000000000}"/>
          </ac:spMkLst>
        </pc:spChg>
        <pc:grpChg chg="del">
          <ac:chgData name="Von Jaycel Bas" userId="e2597ea1b54de472" providerId="LiveId" clId="{00F1A2AC-E7D5-40B3-90FA-7B59464E1979}" dt="2025-12-12T03:18:31.891" v="35" actId="478"/>
          <ac:grpSpMkLst>
            <pc:docMk/>
            <pc:sldMk cId="0" sldId="262"/>
            <ac:grpSpMk id="9" creationId="{00000000-0000-0000-0000-000000000000}"/>
          </ac:grpSpMkLst>
        </pc:grpChg>
        <pc:picChg chg="add del mod">
          <ac:chgData name="Von Jaycel Bas" userId="e2597ea1b54de472" providerId="LiveId" clId="{00F1A2AC-E7D5-40B3-90FA-7B59464E1979}" dt="2025-12-12T03:19:59.508" v="44" actId="478"/>
          <ac:picMkLst>
            <pc:docMk/>
            <pc:sldMk cId="0" sldId="262"/>
            <ac:picMk id="18" creationId="{11EB6FC6-BEE8-BF3D-F2E2-21D4830E98F8}"/>
          </ac:picMkLst>
        </pc:picChg>
        <pc:picChg chg="add mod">
          <ac:chgData name="Von Jaycel Bas" userId="e2597ea1b54de472" providerId="LiveId" clId="{00F1A2AC-E7D5-40B3-90FA-7B59464E1979}" dt="2025-12-12T03:20:13.150" v="48" actId="1076"/>
          <ac:picMkLst>
            <pc:docMk/>
            <pc:sldMk cId="0" sldId="262"/>
            <ac:picMk id="20" creationId="{B0E93EBA-8734-ED70-CCF1-B7E2E9D37306}"/>
          </ac:picMkLst>
        </pc:picChg>
      </pc:sldChg>
      <pc:sldChg chg="addSp delSp modSp mod ord modTransition modAnim">
        <pc:chgData name="Von Jaycel Bas" userId="e2597ea1b54de472" providerId="LiveId" clId="{00F1A2AC-E7D5-40B3-90FA-7B59464E1979}" dt="2025-12-12T03:37:55.082" v="248"/>
        <pc:sldMkLst>
          <pc:docMk/>
          <pc:sldMk cId="0" sldId="263"/>
        </pc:sldMkLst>
        <pc:spChg chg="del">
          <ac:chgData name="Von Jaycel Bas" userId="e2597ea1b54de472" providerId="LiveId" clId="{00F1A2AC-E7D5-40B3-90FA-7B59464E1979}" dt="2025-12-12T03:21:25.224" v="52" actId="478"/>
          <ac:spMkLst>
            <pc:docMk/>
            <pc:sldMk cId="0" sldId="263"/>
            <ac:spMk id="18" creationId="{00000000-0000-0000-0000-000000000000}"/>
          </ac:spMkLst>
        </pc:spChg>
        <pc:spChg chg="del">
          <ac:chgData name="Von Jaycel Bas" userId="e2597ea1b54de472" providerId="LiveId" clId="{00F1A2AC-E7D5-40B3-90FA-7B59464E1979}" dt="2025-12-12T03:21:25.224" v="52" actId="478"/>
          <ac:spMkLst>
            <pc:docMk/>
            <pc:sldMk cId="0" sldId="263"/>
            <ac:spMk id="19" creationId="{00000000-0000-0000-0000-000000000000}"/>
          </ac:spMkLst>
        </pc:spChg>
        <pc:spChg chg="del">
          <ac:chgData name="Von Jaycel Bas" userId="e2597ea1b54de472" providerId="LiveId" clId="{00F1A2AC-E7D5-40B3-90FA-7B59464E1979}" dt="2025-12-12T03:21:25.224" v="52" actId="478"/>
          <ac:spMkLst>
            <pc:docMk/>
            <pc:sldMk cId="0" sldId="263"/>
            <ac:spMk id="20" creationId="{00000000-0000-0000-0000-000000000000}"/>
          </ac:spMkLst>
        </pc:spChg>
        <pc:spChg chg="mod">
          <ac:chgData name="Von Jaycel Bas" userId="e2597ea1b54de472" providerId="LiveId" clId="{00F1A2AC-E7D5-40B3-90FA-7B59464E1979}" dt="2025-12-12T03:21:50.314" v="92" actId="14100"/>
          <ac:spMkLst>
            <pc:docMk/>
            <pc:sldMk cId="0" sldId="263"/>
            <ac:spMk id="21" creationId="{00000000-0000-0000-0000-000000000000}"/>
          </ac:spMkLst>
        </pc:spChg>
        <pc:spChg chg="del">
          <ac:chgData name="Von Jaycel Bas" userId="e2597ea1b54de472" providerId="LiveId" clId="{00F1A2AC-E7D5-40B3-90FA-7B59464E1979}" dt="2025-12-12T03:22:16.658" v="93" actId="478"/>
          <ac:spMkLst>
            <pc:docMk/>
            <pc:sldMk cId="0" sldId="263"/>
            <ac:spMk id="22" creationId="{00000000-0000-0000-0000-000000000000}"/>
          </ac:spMkLst>
        </pc:spChg>
        <pc:spChg chg="del">
          <ac:chgData name="Von Jaycel Bas" userId="e2597ea1b54de472" providerId="LiveId" clId="{00F1A2AC-E7D5-40B3-90FA-7B59464E1979}" dt="2025-12-12T03:22:16.658" v="93" actId="478"/>
          <ac:spMkLst>
            <pc:docMk/>
            <pc:sldMk cId="0" sldId="263"/>
            <ac:spMk id="23" creationId="{00000000-0000-0000-0000-000000000000}"/>
          </ac:spMkLst>
        </pc:spChg>
        <pc:spChg chg="del">
          <ac:chgData name="Von Jaycel Bas" userId="e2597ea1b54de472" providerId="LiveId" clId="{00F1A2AC-E7D5-40B3-90FA-7B59464E1979}" dt="2025-12-12T03:22:16.658" v="93" actId="478"/>
          <ac:spMkLst>
            <pc:docMk/>
            <pc:sldMk cId="0" sldId="263"/>
            <ac:spMk id="24" creationId="{00000000-0000-0000-0000-000000000000}"/>
          </ac:spMkLst>
        </pc:spChg>
        <pc:spChg chg="add mod">
          <ac:chgData name="Von Jaycel Bas" userId="e2597ea1b54de472" providerId="LiveId" clId="{00F1A2AC-E7D5-40B3-90FA-7B59464E1979}" dt="2025-12-12T03:24:03.669" v="125" actId="1076"/>
          <ac:spMkLst>
            <pc:docMk/>
            <pc:sldMk cId="0" sldId="263"/>
            <ac:spMk id="29" creationId="{308269E5-9DAC-54A6-919E-CD786041CA85}"/>
          </ac:spMkLst>
        </pc:spChg>
        <pc:spChg chg="add mod">
          <ac:chgData name="Von Jaycel Bas" userId="e2597ea1b54de472" providerId="LiveId" clId="{00F1A2AC-E7D5-40B3-90FA-7B59464E1979}" dt="2025-12-12T03:24:42.279" v="153" actId="20577"/>
          <ac:spMkLst>
            <pc:docMk/>
            <pc:sldMk cId="0" sldId="263"/>
            <ac:spMk id="30" creationId="{95B1D5C4-2014-1DCB-39CD-3110269D6936}"/>
          </ac:spMkLst>
        </pc:spChg>
        <pc:grpChg chg="del">
          <ac:chgData name="Von Jaycel Bas" userId="e2597ea1b54de472" providerId="LiveId" clId="{00F1A2AC-E7D5-40B3-90FA-7B59464E1979}" dt="2025-12-12T03:21:25.224" v="52" actId="478"/>
          <ac:grpSpMkLst>
            <pc:docMk/>
            <pc:sldMk cId="0" sldId="263"/>
            <ac:grpSpMk id="3" creationId="{00000000-0000-0000-0000-000000000000}"/>
          </ac:grpSpMkLst>
        </pc:grpChg>
        <pc:grpChg chg="del">
          <ac:chgData name="Von Jaycel Bas" userId="e2597ea1b54de472" providerId="LiveId" clId="{00F1A2AC-E7D5-40B3-90FA-7B59464E1979}" dt="2025-12-12T03:22:16.658" v="93" actId="478"/>
          <ac:grpSpMkLst>
            <pc:docMk/>
            <pc:sldMk cId="0" sldId="263"/>
            <ac:grpSpMk id="6" creationId="{00000000-0000-0000-0000-000000000000}"/>
          </ac:grpSpMkLst>
        </pc:grpChg>
        <pc:grpChg chg="del">
          <ac:chgData name="Von Jaycel Bas" userId="e2597ea1b54de472" providerId="LiveId" clId="{00F1A2AC-E7D5-40B3-90FA-7B59464E1979}" dt="2025-12-12T03:22:16.658" v="93" actId="478"/>
          <ac:grpSpMkLst>
            <pc:docMk/>
            <pc:sldMk cId="0" sldId="263"/>
            <ac:grpSpMk id="11" creationId="{00000000-0000-0000-0000-000000000000}"/>
          </ac:grpSpMkLst>
        </pc:grpChg>
        <pc:grpChg chg="del">
          <ac:chgData name="Von Jaycel Bas" userId="e2597ea1b54de472" providerId="LiveId" clId="{00F1A2AC-E7D5-40B3-90FA-7B59464E1979}" dt="2025-12-12T03:22:16.658" v="93" actId="478"/>
          <ac:grpSpMkLst>
            <pc:docMk/>
            <pc:sldMk cId="0" sldId="263"/>
            <ac:grpSpMk id="13" creationId="{00000000-0000-0000-0000-000000000000}"/>
          </ac:grpSpMkLst>
        </pc:grpChg>
        <pc:picChg chg="add mod">
          <ac:chgData name="Von Jaycel Bas" userId="e2597ea1b54de472" providerId="LiveId" clId="{00F1A2AC-E7D5-40B3-90FA-7B59464E1979}" dt="2025-12-12T03:22:40.659" v="104" actId="14100"/>
          <ac:picMkLst>
            <pc:docMk/>
            <pc:sldMk cId="0" sldId="263"/>
            <ac:picMk id="26" creationId="{6BAAFBE7-6690-390E-9F9F-0C38E347206D}"/>
          </ac:picMkLst>
        </pc:picChg>
        <pc:picChg chg="add mod">
          <ac:chgData name="Von Jaycel Bas" userId="e2597ea1b54de472" providerId="LiveId" clId="{00F1A2AC-E7D5-40B3-90FA-7B59464E1979}" dt="2025-12-12T03:23:15.355" v="109" actId="14100"/>
          <ac:picMkLst>
            <pc:docMk/>
            <pc:sldMk cId="0" sldId="263"/>
            <ac:picMk id="28" creationId="{6DDEE11B-6127-F359-AA3D-A404A96DC267}"/>
          </ac:picMkLst>
        </pc:picChg>
      </pc:sldChg>
      <pc:sldChg chg="del">
        <pc:chgData name="Von Jaycel Bas" userId="e2597ea1b54de472" providerId="LiveId" clId="{00F1A2AC-E7D5-40B3-90FA-7B59464E1979}" dt="2025-12-12T03:25:47.744" v="154" actId="47"/>
        <pc:sldMkLst>
          <pc:docMk/>
          <pc:sldMk cId="0" sldId="264"/>
        </pc:sldMkLst>
      </pc:sldChg>
      <pc:sldChg chg="del">
        <pc:chgData name="Von Jaycel Bas" userId="e2597ea1b54de472" providerId="LiveId" clId="{00F1A2AC-E7D5-40B3-90FA-7B59464E1979}" dt="2025-12-12T03:25:47.744" v="154" actId="47"/>
        <pc:sldMkLst>
          <pc:docMk/>
          <pc:sldMk cId="0" sldId="265"/>
        </pc:sldMkLst>
      </pc:sldChg>
      <pc:sldChg chg="del">
        <pc:chgData name="Von Jaycel Bas" userId="e2597ea1b54de472" providerId="LiveId" clId="{00F1A2AC-E7D5-40B3-90FA-7B59464E1979}" dt="2025-12-12T03:25:47.744" v="154" actId="47"/>
        <pc:sldMkLst>
          <pc:docMk/>
          <pc:sldMk cId="0" sldId="266"/>
        </pc:sldMkLst>
      </pc:sldChg>
      <pc:sldChg chg="del">
        <pc:chgData name="Von Jaycel Bas" userId="e2597ea1b54de472" providerId="LiveId" clId="{00F1A2AC-E7D5-40B3-90FA-7B59464E1979}" dt="2025-12-12T03:25:47.744" v="154" actId="47"/>
        <pc:sldMkLst>
          <pc:docMk/>
          <pc:sldMk cId="0" sldId="267"/>
        </pc:sldMkLst>
      </pc:sldChg>
      <pc:sldChg chg="del">
        <pc:chgData name="Von Jaycel Bas" userId="e2597ea1b54de472" providerId="LiveId" clId="{00F1A2AC-E7D5-40B3-90FA-7B59464E1979}" dt="2025-12-12T03:25:47.744" v="154" actId="47"/>
        <pc:sldMkLst>
          <pc:docMk/>
          <pc:sldMk cId="0" sldId="268"/>
        </pc:sldMkLst>
      </pc:sldChg>
      <pc:sldChg chg="del">
        <pc:chgData name="Von Jaycel Bas" userId="e2597ea1b54de472" providerId="LiveId" clId="{00F1A2AC-E7D5-40B3-90FA-7B59464E1979}" dt="2025-12-12T03:25:47.744" v="154" actId="47"/>
        <pc:sldMkLst>
          <pc:docMk/>
          <pc:sldMk cId="0" sldId="269"/>
        </pc:sldMkLst>
      </pc:sldChg>
      <pc:sldChg chg="delSp modSp mod modTransition">
        <pc:chgData name="Von Jaycel Bas" userId="e2597ea1b54de472" providerId="LiveId" clId="{00F1A2AC-E7D5-40B3-90FA-7B59464E1979}" dt="2025-12-12T05:33:54.972" v="1208" actId="20577"/>
        <pc:sldMkLst>
          <pc:docMk/>
          <pc:sldMk cId="0" sldId="270"/>
        </pc:sldMkLst>
        <pc:spChg chg="del">
          <ac:chgData name="Von Jaycel Bas" userId="e2597ea1b54de472" providerId="LiveId" clId="{00F1A2AC-E7D5-40B3-90FA-7B59464E1979}" dt="2025-12-12T03:28:46.294" v="161" actId="478"/>
          <ac:spMkLst>
            <pc:docMk/>
            <pc:sldMk cId="0" sldId="270"/>
            <ac:spMk id="16" creationId="{00000000-0000-0000-0000-000000000000}"/>
          </ac:spMkLst>
        </pc:spChg>
        <pc:spChg chg="del">
          <ac:chgData name="Von Jaycel Bas" userId="e2597ea1b54de472" providerId="LiveId" clId="{00F1A2AC-E7D5-40B3-90FA-7B59464E1979}" dt="2025-12-12T03:29:12.527" v="167" actId="478"/>
          <ac:spMkLst>
            <pc:docMk/>
            <pc:sldMk cId="0" sldId="270"/>
            <ac:spMk id="17" creationId="{00000000-0000-0000-0000-000000000000}"/>
          </ac:spMkLst>
        </pc:spChg>
        <pc:spChg chg="del mod">
          <ac:chgData name="Von Jaycel Bas" userId="e2597ea1b54de472" providerId="LiveId" clId="{00F1A2AC-E7D5-40B3-90FA-7B59464E1979}" dt="2025-12-12T03:28:57.695" v="164" actId="478"/>
          <ac:spMkLst>
            <pc:docMk/>
            <pc:sldMk cId="0" sldId="270"/>
            <ac:spMk id="18" creationId="{00000000-0000-0000-0000-000000000000}"/>
          </ac:spMkLst>
        </pc:spChg>
        <pc:spChg chg="mod">
          <ac:chgData name="Von Jaycel Bas" userId="e2597ea1b54de472" providerId="LiveId" clId="{00F1A2AC-E7D5-40B3-90FA-7B59464E1979}" dt="2025-12-12T03:29:38.408" v="177" actId="20577"/>
          <ac:spMkLst>
            <pc:docMk/>
            <pc:sldMk cId="0" sldId="270"/>
            <ac:spMk id="19" creationId="{00000000-0000-0000-0000-000000000000}"/>
          </ac:spMkLst>
        </pc:spChg>
        <pc:spChg chg="mod">
          <ac:chgData name="Von Jaycel Bas" userId="e2597ea1b54de472" providerId="LiveId" clId="{00F1A2AC-E7D5-40B3-90FA-7B59464E1979}" dt="2025-12-12T05:33:54.972" v="1208" actId="20577"/>
          <ac:spMkLst>
            <pc:docMk/>
            <pc:sldMk cId="0" sldId="270"/>
            <ac:spMk id="20" creationId="{00000000-0000-0000-0000-000000000000}"/>
          </ac:spMkLst>
        </pc:spChg>
        <pc:grpChg chg="del">
          <ac:chgData name="Von Jaycel Bas" userId="e2597ea1b54de472" providerId="LiveId" clId="{00F1A2AC-E7D5-40B3-90FA-7B59464E1979}" dt="2025-12-12T03:28:46.294" v="161" actId="478"/>
          <ac:grpSpMkLst>
            <pc:docMk/>
            <pc:sldMk cId="0" sldId="270"/>
            <ac:grpSpMk id="3" creationId="{00000000-0000-0000-0000-000000000000}"/>
          </ac:grpSpMkLst>
        </pc:grpChg>
        <pc:grpChg chg="mod">
          <ac:chgData name="Von Jaycel Bas" userId="e2597ea1b54de472" providerId="LiveId" clId="{00F1A2AC-E7D5-40B3-90FA-7B59464E1979}" dt="2025-12-12T03:28:42.044" v="160" actId="1076"/>
          <ac:grpSpMkLst>
            <pc:docMk/>
            <pc:sldMk cId="0" sldId="270"/>
            <ac:grpSpMk id="11" creationId="{00000000-0000-0000-0000-000000000000}"/>
          </ac:grpSpMkLst>
        </pc:grpChg>
      </pc:sldChg>
      <pc:sldChg chg="addSp delSp modSp add mod modTransition">
        <pc:chgData name="Von Jaycel Bas" userId="e2597ea1b54de472" providerId="LiveId" clId="{00F1A2AC-E7D5-40B3-90FA-7B59464E1979}" dt="2025-12-12T04:01:04.739" v="827"/>
        <pc:sldMkLst>
          <pc:docMk/>
          <pc:sldMk cId="2500577130" sldId="271"/>
        </pc:sldMkLst>
        <pc:spChg chg="add">
          <ac:chgData name="Von Jaycel Bas" userId="e2597ea1b54de472" providerId="LiveId" clId="{00F1A2AC-E7D5-40B3-90FA-7B59464E1979}" dt="2025-12-12T03:39:14.678" v="272"/>
          <ac:spMkLst>
            <pc:docMk/>
            <pc:sldMk cId="2500577130" sldId="271"/>
            <ac:spMk id="3" creationId="{195CA60F-CBE2-3323-2209-7F82F80898CB}"/>
          </ac:spMkLst>
        </pc:spChg>
        <pc:spChg chg="add del">
          <ac:chgData name="Von Jaycel Bas" userId="e2597ea1b54de472" providerId="LiveId" clId="{00F1A2AC-E7D5-40B3-90FA-7B59464E1979}" dt="2025-12-12T03:58:22.933" v="821" actId="22"/>
          <ac:spMkLst>
            <pc:docMk/>
            <pc:sldMk cId="2500577130" sldId="271"/>
            <ac:spMk id="4" creationId="{7E61DEF8-0463-9D5B-7C39-216DE9B359D1}"/>
          </ac:spMkLst>
        </pc:spChg>
        <pc:spChg chg="add">
          <ac:chgData name="Von Jaycel Bas" userId="e2597ea1b54de472" providerId="LiveId" clId="{00F1A2AC-E7D5-40B3-90FA-7B59464E1979}" dt="2025-12-12T03:39:23.342" v="273"/>
          <ac:spMkLst>
            <pc:docMk/>
            <pc:sldMk cId="2500577130" sldId="271"/>
            <ac:spMk id="4" creationId="{D5FFA364-0142-847E-5F7A-D4C585DBB737}"/>
          </ac:spMkLst>
        </pc:spChg>
        <pc:spChg chg="add">
          <ac:chgData name="Von Jaycel Bas" userId="e2597ea1b54de472" providerId="LiveId" clId="{00F1A2AC-E7D5-40B3-90FA-7B59464E1979}" dt="2025-12-12T03:39:35.591" v="274"/>
          <ac:spMkLst>
            <pc:docMk/>
            <pc:sldMk cId="2500577130" sldId="271"/>
            <ac:spMk id="5" creationId="{B50D8EE6-C6ED-7684-86EA-F07487D84F5D}"/>
          </ac:spMkLst>
        </pc:spChg>
        <pc:spChg chg="add del">
          <ac:chgData name="Von Jaycel Bas" userId="e2597ea1b54de472" providerId="LiveId" clId="{00F1A2AC-E7D5-40B3-90FA-7B59464E1979}" dt="2025-12-12T03:58:37.123" v="823" actId="22"/>
          <ac:spMkLst>
            <pc:docMk/>
            <pc:sldMk cId="2500577130" sldId="271"/>
            <ac:spMk id="9" creationId="{43397C4F-9359-55A3-AD36-C02A6DD81754}"/>
          </ac:spMkLst>
        </pc:spChg>
        <pc:spChg chg="add">
          <ac:chgData name="Von Jaycel Bas" userId="e2597ea1b54de472" providerId="LiveId" clId="{00F1A2AC-E7D5-40B3-90FA-7B59464E1979}" dt="2025-12-12T03:39:44.171" v="276"/>
          <ac:spMkLst>
            <pc:docMk/>
            <pc:sldMk cId="2500577130" sldId="271"/>
            <ac:spMk id="16" creationId="{8D4EA516-C358-07B7-5867-4F59245C7B94}"/>
          </ac:spMkLst>
        </pc:spChg>
        <pc:spChg chg="add mod">
          <ac:chgData name="Von Jaycel Bas" userId="e2597ea1b54de472" providerId="LiveId" clId="{00F1A2AC-E7D5-40B3-90FA-7B59464E1979}" dt="2025-12-12T03:39:58.441" v="278" actId="767"/>
          <ac:spMkLst>
            <pc:docMk/>
            <pc:sldMk cId="2500577130" sldId="271"/>
            <ac:spMk id="17" creationId="{5B479154-9F6A-5820-94DF-3750475CEC14}"/>
          </ac:spMkLst>
        </pc:spChg>
        <pc:spChg chg="add">
          <ac:chgData name="Von Jaycel Bas" userId="e2597ea1b54de472" providerId="LiveId" clId="{00F1A2AC-E7D5-40B3-90FA-7B59464E1979}" dt="2025-12-12T03:39:59.535" v="279"/>
          <ac:spMkLst>
            <pc:docMk/>
            <pc:sldMk cId="2500577130" sldId="271"/>
            <ac:spMk id="18" creationId="{7B09CE5F-06C2-4BF7-518D-A1C54B9341B7}"/>
          </ac:spMkLst>
        </pc:spChg>
        <pc:spChg chg="mod">
          <ac:chgData name="Von Jaycel Bas" userId="e2597ea1b54de472" providerId="LiveId" clId="{00F1A2AC-E7D5-40B3-90FA-7B59464E1979}" dt="2025-12-12T03:38:11.006" v="263" actId="1076"/>
          <ac:spMkLst>
            <pc:docMk/>
            <pc:sldMk cId="2500577130" sldId="271"/>
            <ac:spMk id="19" creationId="{3488B5D8-98B8-20F7-9D65-D12243EB8E11}"/>
          </ac:spMkLst>
        </pc:spChg>
        <pc:spChg chg="mod">
          <ac:chgData name="Von Jaycel Bas" userId="e2597ea1b54de472" providerId="LiveId" clId="{00F1A2AC-E7D5-40B3-90FA-7B59464E1979}" dt="2025-12-12T03:44:58.998" v="608" actId="20577"/>
          <ac:spMkLst>
            <pc:docMk/>
            <pc:sldMk cId="2500577130" sldId="271"/>
            <ac:spMk id="20" creationId="{605A927C-991D-850C-F049-B3EB3C459079}"/>
          </ac:spMkLst>
        </pc:spChg>
        <pc:spChg chg="add">
          <ac:chgData name="Von Jaycel Bas" userId="e2597ea1b54de472" providerId="LiveId" clId="{00F1A2AC-E7D5-40B3-90FA-7B59464E1979}" dt="2025-12-12T03:40:14.763" v="280"/>
          <ac:spMkLst>
            <pc:docMk/>
            <pc:sldMk cId="2500577130" sldId="271"/>
            <ac:spMk id="21" creationId="{89AA81EF-23E4-2D4C-E7CA-1829C7543AC0}"/>
          </ac:spMkLst>
        </pc:spChg>
        <pc:spChg chg="add">
          <ac:chgData name="Von Jaycel Bas" userId="e2597ea1b54de472" providerId="LiveId" clId="{00F1A2AC-E7D5-40B3-90FA-7B59464E1979}" dt="2025-12-12T03:40:23.883" v="281"/>
          <ac:spMkLst>
            <pc:docMk/>
            <pc:sldMk cId="2500577130" sldId="271"/>
            <ac:spMk id="22" creationId="{EE9EFFA4-777C-58FB-A366-3AE5039D80E2}"/>
          </ac:spMkLst>
        </pc:spChg>
        <pc:spChg chg="add">
          <ac:chgData name="Von Jaycel Bas" userId="e2597ea1b54de472" providerId="LiveId" clId="{00F1A2AC-E7D5-40B3-90FA-7B59464E1979}" dt="2025-12-12T03:43:26.104" v="522"/>
          <ac:spMkLst>
            <pc:docMk/>
            <pc:sldMk cId="2500577130" sldId="271"/>
            <ac:spMk id="23" creationId="{B2ECA83B-D347-49A8-E6F4-8FE697EECAE7}"/>
          </ac:spMkLst>
        </pc:spChg>
        <pc:grpChg chg="del">
          <ac:chgData name="Von Jaycel Bas" userId="e2597ea1b54de472" providerId="LiveId" clId="{00F1A2AC-E7D5-40B3-90FA-7B59464E1979}" dt="2025-12-12T03:45:52.558" v="609" actId="478"/>
          <ac:grpSpMkLst>
            <pc:docMk/>
            <pc:sldMk cId="2500577130" sldId="271"/>
            <ac:grpSpMk id="9" creationId="{B2E205BA-0EE1-7547-3A7C-42BD9F54B3CA}"/>
          </ac:grpSpMkLst>
        </pc:grpChg>
        <pc:grpChg chg="del">
          <ac:chgData name="Von Jaycel Bas" userId="e2597ea1b54de472" providerId="LiveId" clId="{00F1A2AC-E7D5-40B3-90FA-7B59464E1979}" dt="2025-12-12T03:45:52.558" v="609" actId="478"/>
          <ac:grpSpMkLst>
            <pc:docMk/>
            <pc:sldMk cId="2500577130" sldId="271"/>
            <ac:grpSpMk id="11" creationId="{9AFF5BDB-1E82-8B57-7622-55C145505D83}"/>
          </ac:grpSpMkLst>
        </pc:grpChg>
        <pc:picChg chg="add mod">
          <ac:chgData name="Von Jaycel Bas" userId="e2597ea1b54de472" providerId="LiveId" clId="{00F1A2AC-E7D5-40B3-90FA-7B59464E1979}" dt="2025-12-12T03:47:26.119" v="624" actId="1076"/>
          <ac:picMkLst>
            <pc:docMk/>
            <pc:sldMk cId="2500577130" sldId="271"/>
            <ac:picMk id="25" creationId="{78EDAC9D-5E90-141C-FA1E-3E1BFD3A16D4}"/>
          </ac:picMkLst>
        </pc:picChg>
        <pc:picChg chg="add mod">
          <ac:chgData name="Von Jaycel Bas" userId="e2597ea1b54de472" providerId="LiveId" clId="{00F1A2AC-E7D5-40B3-90FA-7B59464E1979}" dt="2025-12-12T03:47:09.991" v="622" actId="14100"/>
          <ac:picMkLst>
            <pc:docMk/>
            <pc:sldMk cId="2500577130" sldId="271"/>
            <ac:picMk id="27" creationId="{09CE5503-458D-49DE-6555-A3DF4578E559}"/>
          </ac:picMkLst>
        </pc:picChg>
      </pc:sldChg>
      <pc:sldChg chg="add del">
        <pc:chgData name="Von Jaycel Bas" userId="e2597ea1b54de472" providerId="LiveId" clId="{00F1A2AC-E7D5-40B3-90FA-7B59464E1979}" dt="2025-12-12T03:38:19.823" v="265"/>
        <pc:sldMkLst>
          <pc:docMk/>
          <pc:sldMk cId="443135300" sldId="272"/>
        </pc:sldMkLst>
      </pc:sldChg>
      <pc:sldChg chg="add del">
        <pc:chgData name="Von Jaycel Bas" userId="e2597ea1b54de472" providerId="LiveId" clId="{00F1A2AC-E7D5-40B3-90FA-7B59464E1979}" dt="2025-12-12T03:38:30.536" v="267"/>
        <pc:sldMkLst>
          <pc:docMk/>
          <pc:sldMk cId="1743280864" sldId="272"/>
        </pc:sldMkLst>
      </pc:sldChg>
      <pc:sldChg chg="delSp modSp add mod modTransition">
        <pc:chgData name="Von Jaycel Bas" userId="e2597ea1b54de472" providerId="LiveId" clId="{00F1A2AC-E7D5-40B3-90FA-7B59464E1979}" dt="2025-12-12T04:30:28.370" v="1164"/>
        <pc:sldMkLst>
          <pc:docMk/>
          <pc:sldMk cId="1833358329" sldId="272"/>
        </pc:sldMkLst>
        <pc:spChg chg="mod">
          <ac:chgData name="Von Jaycel Bas" userId="e2597ea1b54de472" providerId="LiveId" clId="{00F1A2AC-E7D5-40B3-90FA-7B59464E1979}" dt="2025-12-12T03:48:09.562" v="636" actId="20577"/>
          <ac:spMkLst>
            <pc:docMk/>
            <pc:sldMk cId="1833358329" sldId="272"/>
            <ac:spMk id="9" creationId="{E3C3A802-F9FF-2E8B-D0AF-C9E5CAEF7503}"/>
          </ac:spMkLst>
        </pc:spChg>
        <pc:spChg chg="del">
          <ac:chgData name="Von Jaycel Bas" userId="e2597ea1b54de472" providerId="LiveId" clId="{00F1A2AC-E7D5-40B3-90FA-7B59464E1979}" dt="2025-12-12T03:48:01.796" v="626" actId="478"/>
          <ac:spMkLst>
            <pc:docMk/>
            <pc:sldMk cId="1833358329" sldId="272"/>
            <ac:spMk id="10" creationId="{97A62B02-D342-2DB4-D151-DE37E6A1AE36}"/>
          </ac:spMkLst>
        </pc:spChg>
        <pc:spChg chg="mod">
          <ac:chgData name="Von Jaycel Bas" userId="e2597ea1b54de472" providerId="LiveId" clId="{00F1A2AC-E7D5-40B3-90FA-7B59464E1979}" dt="2025-12-12T03:48:23.642" v="637" actId="1076"/>
          <ac:spMkLst>
            <pc:docMk/>
            <pc:sldMk cId="1833358329" sldId="272"/>
            <ac:spMk id="11" creationId="{ED87A997-620F-C54B-B25C-F854156B33F6}"/>
          </ac:spMkLst>
        </pc:spChg>
        <pc:grpChg chg="mod">
          <ac:chgData name="Von Jaycel Bas" userId="e2597ea1b54de472" providerId="LiveId" clId="{00F1A2AC-E7D5-40B3-90FA-7B59464E1979}" dt="2025-12-12T03:48:23.642" v="637" actId="1076"/>
          <ac:grpSpMkLst>
            <pc:docMk/>
            <pc:sldMk cId="1833358329" sldId="272"/>
            <ac:grpSpMk id="3" creationId="{1168D92F-B82E-556A-107D-E10F1EB7B886}"/>
          </ac:grpSpMkLst>
        </pc:grpChg>
      </pc:sldChg>
      <pc:sldChg chg="addSp delSp modSp add mod ord">
        <pc:chgData name="Von Jaycel Bas" userId="e2597ea1b54de472" providerId="LiveId" clId="{00F1A2AC-E7D5-40B3-90FA-7B59464E1979}" dt="2025-12-12T05:20:17.193" v="1197" actId="20577"/>
        <pc:sldMkLst>
          <pc:docMk/>
          <pc:sldMk cId="1490713683" sldId="273"/>
        </pc:sldMkLst>
        <pc:spChg chg="mod">
          <ac:chgData name="Von Jaycel Bas" userId="e2597ea1b54de472" providerId="LiveId" clId="{00F1A2AC-E7D5-40B3-90FA-7B59464E1979}" dt="2025-12-12T03:52:59.600" v="812" actId="1076"/>
          <ac:spMkLst>
            <pc:docMk/>
            <pc:sldMk cId="1490713683" sldId="273"/>
            <ac:spMk id="2" creationId="{A53A9832-C214-E58A-041B-BB9BE2A2177A}"/>
          </ac:spMkLst>
        </pc:spChg>
        <pc:spChg chg="del">
          <ac:chgData name="Von Jaycel Bas" userId="e2597ea1b54de472" providerId="LiveId" clId="{00F1A2AC-E7D5-40B3-90FA-7B59464E1979}" dt="2025-12-12T03:49:03.367" v="641" actId="478"/>
          <ac:spMkLst>
            <pc:docMk/>
            <pc:sldMk cId="1490713683" sldId="273"/>
            <ac:spMk id="9" creationId="{99BCC351-8A39-A96C-4F23-A0BB7CEAE63F}"/>
          </ac:spMkLst>
        </pc:spChg>
        <pc:spChg chg="add del mod">
          <ac:chgData name="Von Jaycel Bas" userId="e2597ea1b54de472" providerId="LiveId" clId="{00F1A2AC-E7D5-40B3-90FA-7B59464E1979}" dt="2025-12-12T05:20:17.193" v="1197" actId="20577"/>
          <ac:spMkLst>
            <pc:docMk/>
            <pc:sldMk cId="1490713683" sldId="273"/>
            <ac:spMk id="10" creationId="{EE14DF3A-CCC1-84EE-A684-B8921AD9A7C4}"/>
          </ac:spMkLst>
        </pc:spChg>
        <pc:spChg chg="mod">
          <ac:chgData name="Von Jaycel Bas" userId="e2597ea1b54de472" providerId="LiveId" clId="{00F1A2AC-E7D5-40B3-90FA-7B59464E1979}" dt="2025-12-12T04:03:10.077" v="871" actId="113"/>
          <ac:spMkLst>
            <pc:docMk/>
            <pc:sldMk cId="1490713683" sldId="273"/>
            <ac:spMk id="11" creationId="{1A12FDC0-B837-10EB-CDA8-0AB3DF3AF3C7}"/>
          </ac:spMkLst>
        </pc:spChg>
        <pc:spChg chg="add mod">
          <ac:chgData name="Von Jaycel Bas" userId="e2597ea1b54de472" providerId="LiveId" clId="{00F1A2AC-E7D5-40B3-90FA-7B59464E1979}" dt="2025-12-12T03:52:06.838" v="798"/>
          <ac:spMkLst>
            <pc:docMk/>
            <pc:sldMk cId="1490713683" sldId="273"/>
            <ac:spMk id="12" creationId="{F1B6948B-D0B9-6E9E-7171-F1274223C4FC}"/>
          </ac:spMkLst>
        </pc:spChg>
        <pc:grpChg chg="del mod">
          <ac:chgData name="Von Jaycel Bas" userId="e2597ea1b54de472" providerId="LiveId" clId="{00F1A2AC-E7D5-40B3-90FA-7B59464E1979}" dt="2025-12-12T03:52:35.275" v="805" actId="478"/>
          <ac:grpSpMkLst>
            <pc:docMk/>
            <pc:sldMk cId="1490713683" sldId="273"/>
            <ac:grpSpMk id="3" creationId="{AD3B6327-59AD-853F-D2F9-7A02AA73B390}"/>
          </ac:grpSpMkLst>
        </pc:grpChg>
      </pc:sldChg>
      <pc:sldChg chg="add del">
        <pc:chgData name="Von Jaycel Bas" userId="e2597ea1b54de472" providerId="LiveId" clId="{00F1A2AC-E7D5-40B3-90FA-7B59464E1979}" dt="2025-12-12T03:48:40.230" v="639"/>
        <pc:sldMkLst>
          <pc:docMk/>
          <pc:sldMk cId="2912552594" sldId="273"/>
        </pc:sldMkLst>
      </pc:sldChg>
      <pc:sldChg chg="addSp delSp modSp add mod modTransition">
        <pc:chgData name="Von Jaycel Bas" userId="e2597ea1b54de472" providerId="LiveId" clId="{00F1A2AC-E7D5-40B3-90FA-7B59464E1979}" dt="2025-12-12T04:08:06.713" v="989" actId="1076"/>
        <pc:sldMkLst>
          <pc:docMk/>
          <pc:sldMk cId="1192610542" sldId="274"/>
        </pc:sldMkLst>
        <pc:spChg chg="add">
          <ac:chgData name="Von Jaycel Bas" userId="e2597ea1b54de472" providerId="LiveId" clId="{00F1A2AC-E7D5-40B3-90FA-7B59464E1979}" dt="2025-12-12T04:05:30.173" v="888"/>
          <ac:spMkLst>
            <pc:docMk/>
            <pc:sldMk cId="1192610542" sldId="274"/>
            <ac:spMk id="3" creationId="{F517E5FB-3F2D-1F88-E28A-5A598CDB1100}"/>
          </ac:spMkLst>
        </pc:spChg>
        <pc:spChg chg="add">
          <ac:chgData name="Von Jaycel Bas" userId="e2597ea1b54de472" providerId="LiveId" clId="{00F1A2AC-E7D5-40B3-90FA-7B59464E1979}" dt="2025-12-12T04:05:44.686" v="889"/>
          <ac:spMkLst>
            <pc:docMk/>
            <pc:sldMk cId="1192610542" sldId="274"/>
            <ac:spMk id="4" creationId="{F05390EB-3DF5-0E80-46EC-9FA3EE4C8B96}"/>
          </ac:spMkLst>
        </pc:spChg>
        <pc:spChg chg="mod">
          <ac:chgData name="Von Jaycel Bas" userId="e2597ea1b54de472" providerId="LiveId" clId="{00F1A2AC-E7D5-40B3-90FA-7B59464E1979}" dt="2025-12-12T04:07:57.888" v="988" actId="1076"/>
          <ac:spMkLst>
            <pc:docMk/>
            <pc:sldMk cId="1192610542" sldId="274"/>
            <ac:spMk id="19" creationId="{D8C179FB-8F0B-C106-33AC-C63BCBDB5311}"/>
          </ac:spMkLst>
        </pc:spChg>
        <pc:spChg chg="mod">
          <ac:chgData name="Von Jaycel Bas" userId="e2597ea1b54de472" providerId="LiveId" clId="{00F1A2AC-E7D5-40B3-90FA-7B59464E1979}" dt="2025-12-12T04:08:06.713" v="989" actId="1076"/>
          <ac:spMkLst>
            <pc:docMk/>
            <pc:sldMk cId="1192610542" sldId="274"/>
            <ac:spMk id="20" creationId="{C1F9279B-D470-FE90-47BA-3C7684C3DA82}"/>
          </ac:spMkLst>
        </pc:spChg>
        <pc:picChg chg="add mod">
          <ac:chgData name="Von Jaycel Bas" userId="e2597ea1b54de472" providerId="LiveId" clId="{00F1A2AC-E7D5-40B3-90FA-7B59464E1979}" dt="2025-12-12T04:07:46.048" v="986" actId="1076"/>
          <ac:picMkLst>
            <pc:docMk/>
            <pc:sldMk cId="1192610542" sldId="274"/>
            <ac:picMk id="9" creationId="{5C5692C5-9ED5-2F23-5838-6BB9A849AEA7}"/>
          </ac:picMkLst>
        </pc:picChg>
        <pc:picChg chg="del">
          <ac:chgData name="Von Jaycel Bas" userId="e2597ea1b54de472" providerId="LiveId" clId="{00F1A2AC-E7D5-40B3-90FA-7B59464E1979}" dt="2025-12-12T04:07:01.840" v="974" actId="478"/>
          <ac:picMkLst>
            <pc:docMk/>
            <pc:sldMk cId="1192610542" sldId="274"/>
            <ac:picMk id="25" creationId="{BEAB1EF3-5EF8-C32F-FA80-79824F3B8F99}"/>
          </ac:picMkLst>
        </pc:picChg>
        <pc:picChg chg="del">
          <ac:chgData name="Von Jaycel Bas" userId="e2597ea1b54de472" providerId="LiveId" clId="{00F1A2AC-E7D5-40B3-90FA-7B59464E1979}" dt="2025-12-12T04:07:01.840" v="974" actId="478"/>
          <ac:picMkLst>
            <pc:docMk/>
            <pc:sldMk cId="1192610542" sldId="274"/>
            <ac:picMk id="27" creationId="{5B3B0204-ACC3-75F7-1891-DC7C4C57097E}"/>
          </ac:picMkLst>
        </pc:picChg>
      </pc:sldChg>
      <pc:sldChg chg="addSp delSp modSp add mod">
        <pc:chgData name="Von Jaycel Bas" userId="e2597ea1b54de472" providerId="LiveId" clId="{00F1A2AC-E7D5-40B3-90FA-7B59464E1979}" dt="2025-12-12T04:18:01.451" v="1085" actId="1076"/>
        <pc:sldMkLst>
          <pc:docMk/>
          <pc:sldMk cId="1486861328" sldId="275"/>
        </pc:sldMkLst>
        <pc:spChg chg="add">
          <ac:chgData name="Von Jaycel Bas" userId="e2597ea1b54de472" providerId="LiveId" clId="{00F1A2AC-E7D5-40B3-90FA-7B59464E1979}" dt="2025-12-12T04:09:46.046" v="1001"/>
          <ac:spMkLst>
            <pc:docMk/>
            <pc:sldMk cId="1486861328" sldId="275"/>
            <ac:spMk id="3" creationId="{1DDBE502-F734-1083-3457-7C0DD2541AC5}"/>
          </ac:spMkLst>
        </pc:spChg>
        <pc:spChg chg="add">
          <ac:chgData name="Von Jaycel Bas" userId="e2597ea1b54de472" providerId="LiveId" clId="{00F1A2AC-E7D5-40B3-90FA-7B59464E1979}" dt="2025-12-12T04:09:54.902" v="1002"/>
          <ac:spMkLst>
            <pc:docMk/>
            <pc:sldMk cId="1486861328" sldId="275"/>
            <ac:spMk id="4" creationId="{3AE04612-804A-31FA-148F-996E930F1475}"/>
          </ac:spMkLst>
        </pc:spChg>
        <pc:spChg chg="mod">
          <ac:chgData name="Von Jaycel Bas" userId="e2597ea1b54de472" providerId="LiveId" clId="{00F1A2AC-E7D5-40B3-90FA-7B59464E1979}" dt="2025-12-12T04:09:09.734" v="995" actId="20577"/>
          <ac:spMkLst>
            <pc:docMk/>
            <pc:sldMk cId="1486861328" sldId="275"/>
            <ac:spMk id="19" creationId="{D0D17AB2-3359-0A5B-0AFA-00B8D2078BD4}"/>
          </ac:spMkLst>
        </pc:spChg>
        <pc:spChg chg="mod">
          <ac:chgData name="Von Jaycel Bas" userId="e2597ea1b54de472" providerId="LiveId" clId="{00F1A2AC-E7D5-40B3-90FA-7B59464E1979}" dt="2025-12-12T04:13:32.727" v="1058" actId="255"/>
          <ac:spMkLst>
            <pc:docMk/>
            <pc:sldMk cId="1486861328" sldId="275"/>
            <ac:spMk id="20" creationId="{6E9EDDDE-BFE6-E7C5-8815-70A452385C6C}"/>
          </ac:spMkLst>
        </pc:spChg>
        <pc:picChg chg="del">
          <ac:chgData name="Von Jaycel Bas" userId="e2597ea1b54de472" providerId="LiveId" clId="{00F1A2AC-E7D5-40B3-90FA-7B59464E1979}" dt="2025-12-12T04:17:33.566" v="1079" actId="478"/>
          <ac:picMkLst>
            <pc:docMk/>
            <pc:sldMk cId="1486861328" sldId="275"/>
            <ac:picMk id="9" creationId="{AC95DB61-116A-2128-5D2B-35CB00C9D07E}"/>
          </ac:picMkLst>
        </pc:picChg>
        <pc:picChg chg="add mod">
          <ac:chgData name="Von Jaycel Bas" userId="e2597ea1b54de472" providerId="LiveId" clId="{00F1A2AC-E7D5-40B3-90FA-7B59464E1979}" dt="2025-12-12T04:18:01.451" v="1085" actId="1076"/>
          <ac:picMkLst>
            <pc:docMk/>
            <pc:sldMk cId="1486861328" sldId="275"/>
            <ac:picMk id="10" creationId="{4D6C6643-66FF-2EBD-D745-969E0B2A6F0C}"/>
          </ac:picMkLst>
        </pc:picChg>
      </pc:sldChg>
      <pc:sldChg chg="add del">
        <pc:chgData name="Von Jaycel Bas" userId="e2597ea1b54de472" providerId="LiveId" clId="{00F1A2AC-E7D5-40B3-90FA-7B59464E1979}" dt="2025-12-12T04:09:15.084" v="997"/>
        <pc:sldMkLst>
          <pc:docMk/>
          <pc:sldMk cId="26821400" sldId="276"/>
        </pc:sldMkLst>
      </pc:sldChg>
      <pc:sldChg chg="addSp delSp modSp add mod">
        <pc:chgData name="Von Jaycel Bas" userId="e2597ea1b54de472" providerId="LiveId" clId="{00F1A2AC-E7D5-40B3-90FA-7B59464E1979}" dt="2025-12-12T04:19:11.574" v="1093" actId="14100"/>
        <pc:sldMkLst>
          <pc:docMk/>
          <pc:sldMk cId="2868433595" sldId="276"/>
        </pc:sldMkLst>
        <pc:spChg chg="mod">
          <ac:chgData name="Von Jaycel Bas" userId="e2597ea1b54de472" providerId="LiveId" clId="{00F1A2AC-E7D5-40B3-90FA-7B59464E1979}" dt="2025-12-12T04:15:09.393" v="1069" actId="14100"/>
          <ac:spMkLst>
            <pc:docMk/>
            <pc:sldMk cId="2868433595" sldId="276"/>
            <ac:spMk id="19" creationId="{8F9BAD95-AB7D-DB9E-46B0-A4FA3B608FF2}"/>
          </ac:spMkLst>
        </pc:spChg>
        <pc:spChg chg="mod">
          <ac:chgData name="Von Jaycel Bas" userId="e2597ea1b54de472" providerId="LiveId" clId="{00F1A2AC-E7D5-40B3-90FA-7B59464E1979}" dt="2025-12-12T04:16:05.538" v="1078" actId="20577"/>
          <ac:spMkLst>
            <pc:docMk/>
            <pc:sldMk cId="2868433595" sldId="276"/>
            <ac:spMk id="20" creationId="{7A65448E-F7D3-4FA4-6EFE-7EF8D03BC85F}"/>
          </ac:spMkLst>
        </pc:spChg>
        <pc:picChg chg="add mod">
          <ac:chgData name="Von Jaycel Bas" userId="e2597ea1b54de472" providerId="LiveId" clId="{00F1A2AC-E7D5-40B3-90FA-7B59464E1979}" dt="2025-12-12T04:19:11.574" v="1093" actId="14100"/>
          <ac:picMkLst>
            <pc:docMk/>
            <pc:sldMk cId="2868433595" sldId="276"/>
            <ac:picMk id="4" creationId="{5059D815-BE8A-46EE-0C35-EA0F936DD8F6}"/>
          </ac:picMkLst>
        </pc:picChg>
        <pc:picChg chg="del">
          <ac:chgData name="Von Jaycel Bas" userId="e2597ea1b54de472" providerId="LiveId" clId="{00F1A2AC-E7D5-40B3-90FA-7B59464E1979}" dt="2025-12-12T04:18:42.400" v="1086" actId="478"/>
          <ac:picMkLst>
            <pc:docMk/>
            <pc:sldMk cId="2868433595" sldId="276"/>
            <ac:picMk id="9" creationId="{334DC322-88F5-EA0F-71DA-9F08435A71D2}"/>
          </ac:picMkLst>
        </pc:picChg>
      </pc:sldChg>
      <pc:sldChg chg="addSp delSp modSp add mod ord">
        <pc:chgData name="Von Jaycel Bas" userId="e2597ea1b54de472" providerId="LiveId" clId="{00F1A2AC-E7D5-40B3-90FA-7B59464E1979}" dt="2025-12-12T04:25:48.739" v="1125" actId="14100"/>
        <pc:sldMkLst>
          <pc:docMk/>
          <pc:sldMk cId="1090308614" sldId="277"/>
        </pc:sldMkLst>
        <pc:spChg chg="mod">
          <ac:chgData name="Von Jaycel Bas" userId="e2597ea1b54de472" providerId="LiveId" clId="{00F1A2AC-E7D5-40B3-90FA-7B59464E1979}" dt="2025-12-12T04:21:30.250" v="1106" actId="1076"/>
          <ac:spMkLst>
            <pc:docMk/>
            <pc:sldMk cId="1090308614" sldId="277"/>
            <ac:spMk id="19" creationId="{A29D409D-E71F-B019-0EC8-17B666E16307}"/>
          </ac:spMkLst>
        </pc:spChg>
        <pc:spChg chg="mod">
          <ac:chgData name="Von Jaycel Bas" userId="e2597ea1b54de472" providerId="LiveId" clId="{00F1A2AC-E7D5-40B3-90FA-7B59464E1979}" dt="2025-12-12T04:22:22.845" v="1120" actId="1076"/>
          <ac:spMkLst>
            <pc:docMk/>
            <pc:sldMk cId="1090308614" sldId="277"/>
            <ac:spMk id="20" creationId="{82C903F7-9505-8EA7-FD5E-E6154306B6E2}"/>
          </ac:spMkLst>
        </pc:spChg>
        <pc:picChg chg="add mod">
          <ac:chgData name="Von Jaycel Bas" userId="e2597ea1b54de472" providerId="LiveId" clId="{00F1A2AC-E7D5-40B3-90FA-7B59464E1979}" dt="2025-12-12T04:25:48.739" v="1125" actId="14100"/>
          <ac:picMkLst>
            <pc:docMk/>
            <pc:sldMk cId="1090308614" sldId="277"/>
            <ac:picMk id="4" creationId="{820D9904-752D-6576-68B9-769DA1A748D8}"/>
          </ac:picMkLst>
        </pc:picChg>
        <pc:picChg chg="del">
          <ac:chgData name="Von Jaycel Bas" userId="e2597ea1b54de472" providerId="LiveId" clId="{00F1A2AC-E7D5-40B3-90FA-7B59464E1979}" dt="2025-12-12T04:25:37.052" v="1121" actId="478"/>
          <ac:picMkLst>
            <pc:docMk/>
            <pc:sldMk cId="1090308614" sldId="277"/>
            <ac:picMk id="9" creationId="{9BAADD87-C43F-EB68-F2AF-678661672D0E}"/>
          </ac:picMkLst>
        </pc:picChg>
      </pc:sldChg>
      <pc:sldChg chg="addSp delSp modSp add mod">
        <pc:chgData name="Von Jaycel Bas" userId="e2597ea1b54de472" providerId="LiveId" clId="{00F1A2AC-E7D5-40B3-90FA-7B59464E1979}" dt="2025-12-12T04:28:47.671" v="1160" actId="14100"/>
        <pc:sldMkLst>
          <pc:docMk/>
          <pc:sldMk cId="3070319312" sldId="278"/>
        </pc:sldMkLst>
        <pc:spChg chg="mod">
          <ac:chgData name="Von Jaycel Bas" userId="e2597ea1b54de472" providerId="LiveId" clId="{00F1A2AC-E7D5-40B3-90FA-7B59464E1979}" dt="2025-12-12T04:28:00.238" v="1155" actId="1076"/>
          <ac:spMkLst>
            <pc:docMk/>
            <pc:sldMk cId="3070319312" sldId="278"/>
            <ac:spMk id="19" creationId="{DB1CEDAE-711A-313B-29C9-D6CC37A8F282}"/>
          </ac:spMkLst>
        </pc:spChg>
        <pc:spChg chg="mod">
          <ac:chgData name="Von Jaycel Bas" userId="e2597ea1b54de472" providerId="LiveId" clId="{00F1A2AC-E7D5-40B3-90FA-7B59464E1979}" dt="2025-12-12T04:27:40.234" v="1142" actId="20577"/>
          <ac:spMkLst>
            <pc:docMk/>
            <pc:sldMk cId="3070319312" sldId="278"/>
            <ac:spMk id="20" creationId="{804BAE8D-4914-17A2-E8A0-087A5D19932D}"/>
          </ac:spMkLst>
        </pc:spChg>
        <pc:picChg chg="del">
          <ac:chgData name="Von Jaycel Bas" userId="e2597ea1b54de472" providerId="LiveId" clId="{00F1A2AC-E7D5-40B3-90FA-7B59464E1979}" dt="2025-12-12T04:28:35.275" v="1156" actId="478"/>
          <ac:picMkLst>
            <pc:docMk/>
            <pc:sldMk cId="3070319312" sldId="278"/>
            <ac:picMk id="4" creationId="{B92ABC67-5950-4563-336A-F454DCDD1EF6}"/>
          </ac:picMkLst>
        </pc:picChg>
        <pc:picChg chg="add mod">
          <ac:chgData name="Von Jaycel Bas" userId="e2597ea1b54de472" providerId="LiveId" clId="{00F1A2AC-E7D5-40B3-90FA-7B59464E1979}" dt="2025-12-12T04:28:47.671" v="1160" actId="14100"/>
          <ac:picMkLst>
            <pc:docMk/>
            <pc:sldMk cId="3070319312" sldId="278"/>
            <ac:picMk id="5" creationId="{FD69C451-750E-BB16-7E64-D7413C8AFB7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F5A58-838D-4E52-E4EB-A2875048CBA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53A9832-C214-E58A-041B-BB9BE2A2177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6" name="TextBox 6">
            <a:extLst>
              <a:ext uri="{FF2B5EF4-FFF2-40B4-BE49-F238E27FC236}">
                <a16:creationId xmlns:a16="http://schemas.microsoft.com/office/drawing/2014/main" id="{44805124-FFCC-2C5B-B272-73770A658E36}"/>
              </a:ext>
            </a:extLst>
          </p:cNvPr>
          <p:cNvSpPr txBox="1"/>
          <p:nvPr/>
        </p:nvSpPr>
        <p:spPr>
          <a:xfrm>
            <a:off x="12146110" y="1009650"/>
            <a:ext cx="988479" cy="275898"/>
          </a:xfrm>
          <a:prstGeom prst="rect">
            <a:avLst/>
          </a:prstGeom>
        </p:spPr>
        <p:txBody>
          <a:bodyPr lIns="0" tIns="0" rIns="0" bIns="0" rtlCol="0" anchor="t">
            <a:spAutoFit/>
          </a:bodyPr>
          <a:lstStyle/>
          <a:p>
            <a:pPr marL="0" lvl="1" indent="0" algn="ctr">
              <a:lnSpc>
                <a:spcPts val="2186"/>
              </a:lnSpc>
              <a:spcBef>
                <a:spcPct val="0"/>
              </a:spcBef>
            </a:pPr>
            <a:r>
              <a:rPr lang="en-US" sz="1695" b="1">
                <a:solidFill>
                  <a:srgbClr val="FFFFFF"/>
                </a:solidFill>
                <a:latin typeface="TT Fors Bold"/>
                <a:ea typeface="TT Fors Bold"/>
                <a:cs typeface="TT Fors Bold"/>
                <a:sym typeface="TT Fors Bold"/>
              </a:rPr>
              <a:t>HOME</a:t>
            </a:r>
          </a:p>
        </p:txBody>
      </p:sp>
      <p:sp>
        <p:nvSpPr>
          <p:cNvPr id="7" name="TextBox 7">
            <a:extLst>
              <a:ext uri="{FF2B5EF4-FFF2-40B4-BE49-F238E27FC236}">
                <a16:creationId xmlns:a16="http://schemas.microsoft.com/office/drawing/2014/main" id="{3BAD43B6-AD15-1024-5D10-F1DEFA52C6C8}"/>
              </a:ext>
            </a:extLst>
          </p:cNvPr>
          <p:cNvSpPr txBox="1"/>
          <p:nvPr/>
        </p:nvSpPr>
        <p:spPr>
          <a:xfrm>
            <a:off x="13660085" y="1009650"/>
            <a:ext cx="151606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DISCUSSION</a:t>
            </a:r>
          </a:p>
        </p:txBody>
      </p:sp>
      <p:sp>
        <p:nvSpPr>
          <p:cNvPr id="8" name="TextBox 8">
            <a:extLst>
              <a:ext uri="{FF2B5EF4-FFF2-40B4-BE49-F238E27FC236}">
                <a16:creationId xmlns:a16="http://schemas.microsoft.com/office/drawing/2014/main" id="{71F93F55-E729-E746-48D3-98C5A39081D9}"/>
              </a:ext>
            </a:extLst>
          </p:cNvPr>
          <p:cNvSpPr txBox="1"/>
          <p:nvPr/>
        </p:nvSpPr>
        <p:spPr>
          <a:xfrm>
            <a:off x="15701651" y="1009650"/>
            <a:ext cx="155764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CONCLUSION</a:t>
            </a:r>
          </a:p>
        </p:txBody>
      </p:sp>
      <p:sp>
        <p:nvSpPr>
          <p:cNvPr id="10" name="TextBox 10">
            <a:extLst>
              <a:ext uri="{FF2B5EF4-FFF2-40B4-BE49-F238E27FC236}">
                <a16:creationId xmlns:a16="http://schemas.microsoft.com/office/drawing/2014/main" id="{EE14DF3A-CCC1-84EE-A684-B8921AD9A7C4}"/>
              </a:ext>
            </a:extLst>
          </p:cNvPr>
          <p:cNvSpPr txBox="1"/>
          <p:nvPr/>
        </p:nvSpPr>
        <p:spPr>
          <a:xfrm>
            <a:off x="5257800" y="303024"/>
            <a:ext cx="8534400" cy="9348713"/>
          </a:xfrm>
          <a:prstGeom prst="rect">
            <a:avLst/>
          </a:prstGeom>
        </p:spPr>
        <p:txBody>
          <a:bodyPr wrap="square" lIns="0" tIns="0" rIns="0" bIns="0" rtlCol="0" anchor="t">
            <a:spAutoFit/>
          </a:bodyPr>
          <a:lstStyle/>
          <a:p>
            <a:pPr marL="0" lvl="1" indent="0">
              <a:lnSpc>
                <a:spcPts val="7434"/>
              </a:lnSpc>
              <a:spcBef>
                <a:spcPct val="0"/>
              </a:spcBef>
            </a:pPr>
            <a:r>
              <a:rPr lang="en-US" sz="2500" b="1" spc="1440" dirty="0">
                <a:solidFill>
                  <a:srgbClr val="FFFFFF"/>
                </a:solidFill>
                <a:latin typeface="TT Fors"/>
                <a:ea typeface="TT Fors"/>
                <a:cs typeface="TT Fors"/>
                <a:sym typeface="TT Fors"/>
              </a:rPr>
              <a:t>Members: </a:t>
            </a:r>
            <a:br>
              <a:rPr lang="en-US" sz="2500" b="1" spc="1440" dirty="0">
                <a:solidFill>
                  <a:srgbClr val="FFFFFF"/>
                </a:solidFill>
                <a:latin typeface="TT Fors"/>
                <a:ea typeface="TT Fors"/>
                <a:cs typeface="TT Fors"/>
                <a:sym typeface="TT Fors"/>
              </a:rPr>
            </a:br>
            <a:r>
              <a:rPr lang="en-US" sz="2500" b="1" spc="1440" dirty="0">
                <a:solidFill>
                  <a:srgbClr val="FFFFFF"/>
                </a:solidFill>
                <a:latin typeface="TT Fors"/>
                <a:ea typeface="TT Fors"/>
                <a:cs typeface="TT Fors"/>
                <a:sym typeface="TT Fors"/>
              </a:rPr>
              <a:t>Von Jaycel Bas</a:t>
            </a:r>
            <a:br>
              <a:rPr lang="en-US" sz="2500" b="1" spc="1440" dirty="0">
                <a:solidFill>
                  <a:srgbClr val="FFFFFF"/>
                </a:solidFill>
                <a:latin typeface="TT Fors"/>
                <a:ea typeface="TT Fors"/>
                <a:cs typeface="TT Fors"/>
                <a:sym typeface="TT Fors"/>
              </a:rPr>
            </a:br>
            <a:r>
              <a:rPr lang="en-US" sz="2500" b="1" spc="1440" dirty="0">
                <a:solidFill>
                  <a:srgbClr val="FFFFFF"/>
                </a:solidFill>
                <a:latin typeface="TT Fors"/>
                <a:ea typeface="TT Fors"/>
                <a:cs typeface="TT Fors"/>
                <a:sym typeface="TT Fors"/>
              </a:rPr>
              <a:t>Lyndon Charls </a:t>
            </a:r>
            <a:r>
              <a:rPr lang="en-US" sz="2500" b="1" spc="1440" dirty="0" err="1">
                <a:solidFill>
                  <a:srgbClr val="FFFFFF"/>
                </a:solidFill>
                <a:latin typeface="TT Fors"/>
                <a:ea typeface="TT Fors"/>
                <a:cs typeface="TT Fors"/>
                <a:sym typeface="TT Fors"/>
              </a:rPr>
              <a:t>Lawagon</a:t>
            </a:r>
            <a:br>
              <a:rPr lang="en-US" sz="2500" b="1" spc="1440" dirty="0">
                <a:solidFill>
                  <a:srgbClr val="FFFFFF"/>
                </a:solidFill>
                <a:latin typeface="TT Fors"/>
                <a:ea typeface="TT Fors"/>
                <a:cs typeface="TT Fors"/>
                <a:sym typeface="TT Fors"/>
              </a:rPr>
            </a:br>
            <a:r>
              <a:rPr lang="en-US" sz="2500" b="1" spc="1440" dirty="0">
                <a:solidFill>
                  <a:srgbClr val="FFFFFF"/>
                </a:solidFill>
                <a:latin typeface="TT Fors"/>
                <a:ea typeface="TT Fors"/>
                <a:cs typeface="TT Fors"/>
                <a:sym typeface="TT Fors"/>
              </a:rPr>
              <a:t>Steven </a:t>
            </a:r>
            <a:r>
              <a:rPr lang="en-US" sz="2500" b="1" spc="1440" dirty="0" err="1">
                <a:solidFill>
                  <a:srgbClr val="FFFFFF"/>
                </a:solidFill>
                <a:latin typeface="TT Fors"/>
                <a:ea typeface="TT Fors"/>
                <a:cs typeface="TT Fors"/>
                <a:sym typeface="TT Fors"/>
              </a:rPr>
              <a:t>Bunado</a:t>
            </a:r>
            <a:br>
              <a:rPr lang="en-US" sz="2500" b="1" spc="1440" dirty="0">
                <a:solidFill>
                  <a:srgbClr val="FFFFFF"/>
                </a:solidFill>
                <a:latin typeface="TT Fors"/>
                <a:ea typeface="TT Fors"/>
                <a:cs typeface="TT Fors"/>
                <a:sym typeface="TT Fors"/>
              </a:rPr>
            </a:br>
            <a:r>
              <a:rPr lang="en-US" sz="2500" b="1" spc="1440" dirty="0">
                <a:solidFill>
                  <a:srgbClr val="FFFFFF"/>
                </a:solidFill>
                <a:latin typeface="TT Fors"/>
                <a:ea typeface="TT Fors"/>
                <a:cs typeface="TT Fors"/>
                <a:sym typeface="TT Fors"/>
              </a:rPr>
              <a:t>Regie Garcia</a:t>
            </a:r>
          </a:p>
          <a:p>
            <a:pPr marL="0" lvl="1" indent="0">
              <a:lnSpc>
                <a:spcPts val="7434"/>
              </a:lnSpc>
              <a:spcBef>
                <a:spcPct val="0"/>
              </a:spcBef>
            </a:pPr>
            <a:r>
              <a:rPr lang="en-US" sz="2500" b="1" spc="1440" dirty="0">
                <a:solidFill>
                  <a:srgbClr val="FFFFFF"/>
                </a:solidFill>
                <a:latin typeface="TT Fors"/>
                <a:ea typeface="TT Fors"/>
                <a:cs typeface="TT Fors"/>
                <a:sym typeface="TT Fors"/>
              </a:rPr>
              <a:t>Kent Jason Teofilo</a:t>
            </a:r>
            <a:br>
              <a:rPr lang="en-US" sz="2500" b="1" spc="1440" dirty="0">
                <a:solidFill>
                  <a:srgbClr val="FFFFFF"/>
                </a:solidFill>
                <a:latin typeface="TT Fors"/>
                <a:ea typeface="TT Fors"/>
                <a:cs typeface="TT Fors"/>
                <a:sym typeface="TT Fors"/>
              </a:rPr>
            </a:br>
            <a:r>
              <a:rPr lang="en-US" sz="2500" b="1" spc="1440" dirty="0" err="1">
                <a:solidFill>
                  <a:srgbClr val="FFFFFF"/>
                </a:solidFill>
                <a:latin typeface="TT Fors"/>
                <a:ea typeface="TT Fors"/>
                <a:cs typeface="TT Fors"/>
                <a:sym typeface="TT Fors"/>
              </a:rPr>
              <a:t>Jhen</a:t>
            </a:r>
            <a:r>
              <a:rPr lang="en-US" sz="2500" b="1" spc="1440" dirty="0">
                <a:solidFill>
                  <a:srgbClr val="FFFFFF"/>
                </a:solidFill>
                <a:latin typeface="TT Fors"/>
                <a:ea typeface="TT Fors"/>
                <a:cs typeface="TT Fors"/>
                <a:sym typeface="TT Fors"/>
              </a:rPr>
              <a:t> Rhea Sabal</a:t>
            </a:r>
            <a:br>
              <a:rPr lang="en-US" sz="2500" b="1" spc="1440" dirty="0">
                <a:solidFill>
                  <a:srgbClr val="FFFFFF"/>
                </a:solidFill>
                <a:latin typeface="TT Fors"/>
                <a:ea typeface="TT Fors"/>
                <a:cs typeface="TT Fors"/>
                <a:sym typeface="TT Fors"/>
              </a:rPr>
            </a:br>
            <a:r>
              <a:rPr lang="en-US" sz="2500" b="1" spc="1440" dirty="0">
                <a:solidFill>
                  <a:srgbClr val="FFFFFF"/>
                </a:solidFill>
                <a:latin typeface="TT Fors"/>
                <a:ea typeface="TT Fors"/>
                <a:cs typeface="TT Fors"/>
                <a:sym typeface="TT Fors"/>
              </a:rPr>
              <a:t>Bea Parmis</a:t>
            </a:r>
            <a:br>
              <a:rPr lang="en-US" sz="2500" b="1" spc="1440" dirty="0">
                <a:solidFill>
                  <a:srgbClr val="FFFFFF"/>
                </a:solidFill>
                <a:latin typeface="TT Fors"/>
                <a:ea typeface="TT Fors"/>
                <a:cs typeface="TT Fors"/>
                <a:sym typeface="TT Fors"/>
              </a:rPr>
            </a:br>
            <a:r>
              <a:rPr lang="en-US" sz="2500" b="1" spc="1440" dirty="0">
                <a:solidFill>
                  <a:srgbClr val="FFFFFF"/>
                </a:solidFill>
                <a:latin typeface="TT Fors"/>
                <a:ea typeface="TT Fors"/>
                <a:cs typeface="TT Fors"/>
                <a:sym typeface="TT Fors"/>
              </a:rPr>
              <a:t>Alaiza </a:t>
            </a:r>
            <a:r>
              <a:rPr lang="en-US" sz="2500" b="1" spc="1440" dirty="0" err="1">
                <a:solidFill>
                  <a:srgbClr val="FFFFFF"/>
                </a:solidFill>
                <a:latin typeface="TT Fors"/>
                <a:ea typeface="TT Fors"/>
                <a:cs typeface="TT Fors"/>
                <a:sym typeface="TT Fors"/>
              </a:rPr>
              <a:t>Leoligao</a:t>
            </a:r>
            <a:endParaRPr lang="en-US" sz="2500" b="1" spc="1440" dirty="0">
              <a:solidFill>
                <a:srgbClr val="FFFFFF"/>
              </a:solidFill>
              <a:latin typeface="TT Fors"/>
              <a:ea typeface="TT Fors"/>
              <a:cs typeface="TT Fors"/>
              <a:sym typeface="TT Fors"/>
            </a:endParaRPr>
          </a:p>
          <a:p>
            <a:pPr marL="0" lvl="1" indent="0">
              <a:lnSpc>
                <a:spcPts val="7434"/>
              </a:lnSpc>
              <a:spcBef>
                <a:spcPct val="0"/>
              </a:spcBef>
            </a:pPr>
            <a:r>
              <a:rPr lang="en-US" sz="2500" b="1" spc="1440" dirty="0">
                <a:solidFill>
                  <a:srgbClr val="FFFFFF"/>
                </a:solidFill>
                <a:latin typeface="TT Fors"/>
                <a:ea typeface="TT Fors"/>
                <a:cs typeface="TT Fors"/>
                <a:sym typeface="TT Fors"/>
              </a:rPr>
              <a:t>Catherine Cuizon </a:t>
            </a:r>
            <a:r>
              <a:rPr lang="en-US" sz="2500" b="1" spc="1440" dirty="0" err="1">
                <a:solidFill>
                  <a:srgbClr val="FFFFFF"/>
                </a:solidFill>
                <a:latin typeface="TT Fors"/>
                <a:ea typeface="TT Fors"/>
                <a:cs typeface="TT Fors"/>
                <a:sym typeface="TT Fors"/>
              </a:rPr>
              <a:t>Esconde</a:t>
            </a:r>
            <a:endParaRPr lang="en-US" sz="2500" b="1" spc="1440" dirty="0">
              <a:solidFill>
                <a:srgbClr val="FFFFFF"/>
              </a:solidFill>
              <a:latin typeface="TT Fors"/>
              <a:ea typeface="TT Fors"/>
              <a:cs typeface="TT Fors"/>
              <a:sym typeface="TT Fors"/>
            </a:endParaRPr>
          </a:p>
        </p:txBody>
      </p:sp>
      <p:sp>
        <p:nvSpPr>
          <p:cNvPr id="11" name="TextBox 11">
            <a:extLst>
              <a:ext uri="{FF2B5EF4-FFF2-40B4-BE49-F238E27FC236}">
                <a16:creationId xmlns:a16="http://schemas.microsoft.com/office/drawing/2014/main" id="{1A12FDC0-B837-10EB-CDA8-0AB3DF3AF3C7}"/>
              </a:ext>
            </a:extLst>
          </p:cNvPr>
          <p:cNvSpPr txBox="1"/>
          <p:nvPr/>
        </p:nvSpPr>
        <p:spPr>
          <a:xfrm>
            <a:off x="-1752600" y="9651737"/>
            <a:ext cx="8715438" cy="530860"/>
          </a:xfrm>
          <a:prstGeom prst="rect">
            <a:avLst/>
          </a:prstGeom>
        </p:spPr>
        <p:txBody>
          <a:bodyPr lIns="0" tIns="0" rIns="0" bIns="0" rtlCol="0" anchor="t">
            <a:spAutoFit/>
          </a:bodyPr>
          <a:lstStyle/>
          <a:p>
            <a:pPr marL="0" lvl="0" indent="0" algn="ctr">
              <a:lnSpc>
                <a:spcPts val="4339"/>
              </a:lnSpc>
              <a:spcBef>
                <a:spcPct val="0"/>
              </a:spcBef>
            </a:pPr>
            <a:r>
              <a:rPr lang="en-US" sz="3099" b="1" spc="92" dirty="0">
                <a:solidFill>
                  <a:schemeClr val="accent5"/>
                </a:solidFill>
                <a:latin typeface="TT Fors"/>
                <a:ea typeface="TT Fors"/>
                <a:cs typeface="TT Fors"/>
                <a:sym typeface="TT Fors"/>
              </a:rPr>
              <a:t>Presented by Group 3</a:t>
            </a:r>
          </a:p>
        </p:txBody>
      </p:sp>
    </p:spTree>
    <p:extLst>
      <p:ext uri="{BB962C8B-B14F-4D97-AF65-F5344CB8AC3E}">
        <p14:creationId xmlns:p14="http://schemas.microsoft.com/office/powerpoint/2010/main" val="149071368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2289301" y="6424257"/>
            <a:ext cx="13709398" cy="706705"/>
            <a:chOff x="0" y="0"/>
            <a:chExt cx="3610706" cy="186128"/>
          </a:xfrm>
        </p:grpSpPr>
        <p:sp>
          <p:nvSpPr>
            <p:cNvPr id="4" name="Freeform 4"/>
            <p:cNvSpPr/>
            <p:nvPr/>
          </p:nvSpPr>
          <p:spPr>
            <a:xfrm>
              <a:off x="0" y="0"/>
              <a:ext cx="3610706" cy="186128"/>
            </a:xfrm>
            <a:custGeom>
              <a:avLst/>
              <a:gdLst/>
              <a:ahLst/>
              <a:cxnLst/>
              <a:rect l="l" t="t" r="r" b="b"/>
              <a:pathLst>
                <a:path w="3610706" h="186128">
                  <a:moveTo>
                    <a:pt x="0" y="0"/>
                  </a:moveTo>
                  <a:lnTo>
                    <a:pt x="3610706" y="0"/>
                  </a:lnTo>
                  <a:lnTo>
                    <a:pt x="3610706" y="186128"/>
                  </a:lnTo>
                  <a:lnTo>
                    <a:pt x="0" y="186128"/>
                  </a:lnTo>
                  <a:close/>
                </a:path>
              </a:pathLst>
            </a:custGeom>
            <a:solidFill>
              <a:srgbClr val="6C0B7B"/>
            </a:solidFill>
          </p:spPr>
        </p:sp>
        <p:sp>
          <p:nvSpPr>
            <p:cNvPr id="5" name="TextBox 5"/>
            <p:cNvSpPr txBox="1"/>
            <p:nvPr/>
          </p:nvSpPr>
          <p:spPr>
            <a:xfrm>
              <a:off x="0" y="-19050"/>
              <a:ext cx="3610706" cy="205178"/>
            </a:xfrm>
            <a:prstGeom prst="rect">
              <a:avLst/>
            </a:prstGeom>
          </p:spPr>
          <p:txBody>
            <a:bodyPr lIns="50800" tIns="50800" rIns="50800" bIns="50800" rtlCol="0" anchor="ctr"/>
            <a:lstStyle/>
            <a:p>
              <a:pPr algn="ctr">
                <a:lnSpc>
                  <a:spcPts val="2186"/>
                </a:lnSpc>
              </a:pPr>
              <a:endParaRPr/>
            </a:p>
          </p:txBody>
        </p:sp>
      </p:grpSp>
      <p:sp>
        <p:nvSpPr>
          <p:cNvPr id="6" name="TextBox 6"/>
          <p:cNvSpPr txBox="1"/>
          <p:nvPr/>
        </p:nvSpPr>
        <p:spPr>
          <a:xfrm>
            <a:off x="12146110" y="1009650"/>
            <a:ext cx="988479" cy="275898"/>
          </a:xfrm>
          <a:prstGeom prst="rect">
            <a:avLst/>
          </a:prstGeom>
        </p:spPr>
        <p:txBody>
          <a:bodyPr lIns="0" tIns="0" rIns="0" bIns="0" rtlCol="0" anchor="t">
            <a:spAutoFit/>
          </a:bodyPr>
          <a:lstStyle/>
          <a:p>
            <a:pPr marL="0" lvl="1" indent="0" algn="ctr">
              <a:lnSpc>
                <a:spcPts val="2186"/>
              </a:lnSpc>
              <a:spcBef>
                <a:spcPct val="0"/>
              </a:spcBef>
            </a:pPr>
            <a:r>
              <a:rPr lang="en-US" sz="1695" b="1">
                <a:solidFill>
                  <a:srgbClr val="FFFFFF"/>
                </a:solidFill>
                <a:latin typeface="TT Fors Bold"/>
                <a:ea typeface="TT Fors Bold"/>
                <a:cs typeface="TT Fors Bold"/>
                <a:sym typeface="TT Fors Bold"/>
              </a:rPr>
              <a:t>HOME</a:t>
            </a:r>
          </a:p>
        </p:txBody>
      </p:sp>
      <p:sp>
        <p:nvSpPr>
          <p:cNvPr id="7" name="TextBox 7"/>
          <p:cNvSpPr txBox="1"/>
          <p:nvPr/>
        </p:nvSpPr>
        <p:spPr>
          <a:xfrm>
            <a:off x="13660085" y="1009650"/>
            <a:ext cx="151606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DISCUSSION</a:t>
            </a:r>
          </a:p>
        </p:txBody>
      </p:sp>
      <p:sp>
        <p:nvSpPr>
          <p:cNvPr id="8" name="TextBox 8"/>
          <p:cNvSpPr txBox="1"/>
          <p:nvPr/>
        </p:nvSpPr>
        <p:spPr>
          <a:xfrm>
            <a:off x="15701651" y="1009650"/>
            <a:ext cx="155764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CONCLUSION</a:t>
            </a:r>
          </a:p>
        </p:txBody>
      </p:sp>
      <p:sp>
        <p:nvSpPr>
          <p:cNvPr id="9" name="TextBox 9"/>
          <p:cNvSpPr txBox="1"/>
          <p:nvPr/>
        </p:nvSpPr>
        <p:spPr>
          <a:xfrm>
            <a:off x="4419447" y="3844230"/>
            <a:ext cx="9449106" cy="2406838"/>
          </a:xfrm>
          <a:prstGeom prst="rect">
            <a:avLst/>
          </a:prstGeom>
        </p:spPr>
        <p:txBody>
          <a:bodyPr lIns="0" tIns="0" rIns="0" bIns="0" rtlCol="0" anchor="t">
            <a:spAutoFit/>
          </a:bodyPr>
          <a:lstStyle/>
          <a:p>
            <a:pPr marL="0" lvl="1" indent="0" algn="ctr">
              <a:lnSpc>
                <a:spcPts val="9257"/>
              </a:lnSpc>
            </a:pPr>
            <a:r>
              <a:rPr lang="en-US" sz="10000" b="1" dirty="0">
                <a:solidFill>
                  <a:srgbClr val="0CC0DF"/>
                </a:solidFill>
                <a:latin typeface="Inter Bold"/>
                <a:ea typeface="Inter Bold"/>
                <a:cs typeface="Inter Bold"/>
                <a:sym typeface="Inter Bold"/>
              </a:rPr>
              <a:t>G3 GADGET WEBSTORE</a:t>
            </a:r>
          </a:p>
        </p:txBody>
      </p:sp>
      <p:sp>
        <p:nvSpPr>
          <p:cNvPr id="10" name="TextBox 10"/>
          <p:cNvSpPr txBox="1"/>
          <p:nvPr/>
        </p:nvSpPr>
        <p:spPr>
          <a:xfrm>
            <a:off x="3442227" y="2355781"/>
            <a:ext cx="11403546" cy="924728"/>
          </a:xfrm>
          <a:prstGeom prst="rect">
            <a:avLst/>
          </a:prstGeom>
        </p:spPr>
        <p:txBody>
          <a:bodyPr lIns="0" tIns="0" rIns="0" bIns="0" rtlCol="0" anchor="t">
            <a:spAutoFit/>
          </a:bodyPr>
          <a:lstStyle/>
          <a:p>
            <a:pPr marL="0" lvl="1" indent="0" algn="ctr">
              <a:lnSpc>
                <a:spcPts val="7434"/>
              </a:lnSpc>
              <a:spcBef>
                <a:spcPct val="0"/>
              </a:spcBef>
            </a:pPr>
            <a:r>
              <a:rPr lang="en-US" sz="5763" spc="1440" dirty="0">
                <a:solidFill>
                  <a:srgbClr val="FFFFFF"/>
                </a:solidFill>
                <a:latin typeface="TT Fors"/>
                <a:ea typeface="TT Fors"/>
                <a:cs typeface="TT Fors"/>
                <a:sym typeface="TT Fors"/>
              </a:rPr>
              <a:t>INTRODUCTION TO</a:t>
            </a:r>
          </a:p>
        </p:txBody>
      </p:sp>
      <p:sp>
        <p:nvSpPr>
          <p:cNvPr id="11" name="TextBox 11"/>
          <p:cNvSpPr txBox="1"/>
          <p:nvPr/>
        </p:nvSpPr>
        <p:spPr>
          <a:xfrm>
            <a:off x="4786281" y="7372045"/>
            <a:ext cx="8715438" cy="530860"/>
          </a:xfrm>
          <a:prstGeom prst="rect">
            <a:avLst/>
          </a:prstGeom>
        </p:spPr>
        <p:txBody>
          <a:bodyPr lIns="0" tIns="0" rIns="0" bIns="0" rtlCol="0" anchor="t">
            <a:spAutoFit/>
          </a:bodyPr>
          <a:lstStyle/>
          <a:p>
            <a:pPr marL="0" lvl="0" indent="0" algn="ctr">
              <a:lnSpc>
                <a:spcPts val="4339"/>
              </a:lnSpc>
              <a:spcBef>
                <a:spcPct val="0"/>
              </a:spcBef>
            </a:pPr>
            <a:r>
              <a:rPr lang="en-US" sz="3099" spc="92" dirty="0">
                <a:solidFill>
                  <a:srgbClr val="FFFFFF"/>
                </a:solidFill>
                <a:latin typeface="TT Fors"/>
                <a:ea typeface="TT Fors"/>
                <a:cs typeface="TT Fors"/>
                <a:sym typeface="TT Fors"/>
              </a:rPr>
              <a:t>Presented by Group 3</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0772744" y="2606821"/>
            <a:ext cx="5467916" cy="5467916"/>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alpha val="18824"/>
              </a:srgbClr>
            </a:solidFill>
            <a:ln w="38100" cap="sq">
              <a:solidFill>
                <a:srgbClr val="FFFFFF">
                  <a:alpha val="18824"/>
                </a:srgbClr>
              </a:solidFill>
              <a:prstDash val="solid"/>
              <a:miter/>
            </a:ln>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0921977" y="2756054"/>
            <a:ext cx="5169449" cy="516944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0000">
                    <a:alpha val="19000"/>
                  </a:srgbClr>
                </a:gs>
                <a:gs pos="100000">
                  <a:srgbClr val="00B41D">
                    <a:alpha val="19000"/>
                  </a:srgbClr>
                </a:gs>
              </a:gsLst>
              <a:lin ang="0"/>
            </a:gradFill>
            <a:ln w="38100" cap="sq">
              <a:solidFill>
                <a:srgbClr val="FFFFFF">
                  <a:alpha val="18824"/>
                </a:srgbClr>
              </a:solidFill>
              <a:prstDash val="solid"/>
              <a:miter/>
            </a:ln>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1109241" y="2943318"/>
            <a:ext cx="4794922" cy="479492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1537" t="-32036" r="-164825"/>
              </a:stretch>
            </a:blipFill>
          </p:spPr>
        </p:sp>
      </p:grpSp>
      <p:sp>
        <p:nvSpPr>
          <p:cNvPr id="11" name="TextBox 11"/>
          <p:cNvSpPr txBox="1"/>
          <p:nvPr/>
        </p:nvSpPr>
        <p:spPr>
          <a:xfrm>
            <a:off x="2047340" y="1926809"/>
            <a:ext cx="7803917" cy="2143125"/>
          </a:xfrm>
          <a:prstGeom prst="rect">
            <a:avLst/>
          </a:prstGeom>
        </p:spPr>
        <p:txBody>
          <a:bodyPr lIns="0" tIns="0" rIns="0" bIns="0" rtlCol="0" anchor="t">
            <a:spAutoFit/>
          </a:bodyPr>
          <a:lstStyle/>
          <a:p>
            <a:pPr algn="l">
              <a:lnSpc>
                <a:spcPts val="8025"/>
              </a:lnSpc>
            </a:pPr>
            <a:r>
              <a:rPr lang="en-US" sz="7500" b="1" dirty="0">
                <a:solidFill>
                  <a:srgbClr val="FFFFFF"/>
                </a:solidFill>
                <a:latin typeface="Poppins Bold"/>
                <a:ea typeface="Poppins Bold"/>
                <a:cs typeface="Poppins Bold"/>
                <a:sym typeface="Poppins Bold"/>
              </a:rPr>
              <a:t>Welcome to Our G3 Gadget</a:t>
            </a:r>
          </a:p>
        </p:txBody>
      </p:sp>
      <p:sp>
        <p:nvSpPr>
          <p:cNvPr id="12" name="TextBox 12"/>
          <p:cNvSpPr txBox="1"/>
          <p:nvPr/>
        </p:nvSpPr>
        <p:spPr>
          <a:xfrm>
            <a:off x="2196574" y="3848100"/>
            <a:ext cx="7128070" cy="6135654"/>
          </a:xfrm>
          <a:prstGeom prst="rect">
            <a:avLst/>
          </a:prstGeom>
        </p:spPr>
        <p:txBody>
          <a:bodyPr lIns="0" tIns="0" rIns="0" bIns="0" rtlCol="0" anchor="t">
            <a:spAutoFit/>
          </a:bodyPr>
          <a:lstStyle/>
          <a:p>
            <a:pPr algn="just">
              <a:lnSpc>
                <a:spcPts val="6120"/>
              </a:lnSpc>
            </a:pPr>
            <a:r>
              <a:rPr lang="en-US" sz="1900" dirty="0">
                <a:solidFill>
                  <a:schemeClr val="bg1"/>
                </a:solidFill>
                <a:latin typeface="TT Fors" panose="020B0604020202020204" charset="0"/>
              </a:rPr>
              <a:t>The G3 Gadget Webstore is an interactive and beginner-friendly online platform designed to demonstrate my skills in HTML, CSS, and JavaScript, allowing users to browse a variety of gadgets, view detailed product information, add items to the </a:t>
            </a:r>
            <a:r>
              <a:rPr lang="en-US" sz="1900" dirty="0" err="1">
                <a:solidFill>
                  <a:schemeClr val="bg1"/>
                </a:solidFill>
                <a:latin typeface="TT Fors" panose="020B0604020202020204" charset="0"/>
              </a:rPr>
              <a:t>cAart</a:t>
            </a:r>
            <a:r>
              <a:rPr lang="en-US" sz="1900" dirty="0">
                <a:solidFill>
                  <a:schemeClr val="bg1"/>
                </a:solidFill>
                <a:latin typeface="TT Fors" panose="020B0604020202020204" charset="0"/>
              </a:rPr>
              <a:t>, and proceed through a simulated checkout process, all within a modern, organized, and user-friendly interface that reflects a realistic online shopping experience while highlighting both functionality and design creativity</a:t>
            </a:r>
            <a:endParaRPr lang="en-US" sz="1900" dirty="0">
              <a:solidFill>
                <a:schemeClr val="bg1"/>
              </a:solidFill>
              <a:latin typeface="TT Fors" panose="020B0604020202020204" charset="0"/>
              <a:ea typeface="Poppins"/>
              <a:cs typeface="Poppins"/>
              <a:sym typeface="Poppins"/>
            </a:endParaRPr>
          </a:p>
        </p:txBody>
      </p:sp>
      <p:sp>
        <p:nvSpPr>
          <p:cNvPr id="13" name="TextBox 13"/>
          <p:cNvSpPr txBox="1"/>
          <p:nvPr/>
        </p:nvSpPr>
        <p:spPr>
          <a:xfrm>
            <a:off x="12146110" y="1009650"/>
            <a:ext cx="988479" cy="275898"/>
          </a:xfrm>
          <a:prstGeom prst="rect">
            <a:avLst/>
          </a:prstGeom>
        </p:spPr>
        <p:txBody>
          <a:bodyPr lIns="0" tIns="0" rIns="0" bIns="0" rtlCol="0" anchor="t">
            <a:spAutoFit/>
          </a:bodyPr>
          <a:lstStyle/>
          <a:p>
            <a:pPr marL="0" lvl="1" indent="0" algn="ctr">
              <a:lnSpc>
                <a:spcPts val="2186"/>
              </a:lnSpc>
              <a:spcBef>
                <a:spcPct val="0"/>
              </a:spcBef>
            </a:pPr>
            <a:r>
              <a:rPr lang="en-US" sz="1695" b="1">
                <a:solidFill>
                  <a:srgbClr val="FFFFFF"/>
                </a:solidFill>
                <a:latin typeface="TT Fors Bold"/>
                <a:ea typeface="TT Fors Bold"/>
                <a:cs typeface="TT Fors Bold"/>
                <a:sym typeface="TT Fors Bold"/>
              </a:rPr>
              <a:t>HOME</a:t>
            </a:r>
          </a:p>
        </p:txBody>
      </p:sp>
      <p:sp>
        <p:nvSpPr>
          <p:cNvPr id="14" name="TextBox 14"/>
          <p:cNvSpPr txBox="1"/>
          <p:nvPr/>
        </p:nvSpPr>
        <p:spPr>
          <a:xfrm>
            <a:off x="13660085" y="1009650"/>
            <a:ext cx="151606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DISCUSSION</a:t>
            </a:r>
          </a:p>
        </p:txBody>
      </p:sp>
      <p:sp>
        <p:nvSpPr>
          <p:cNvPr id="15" name="TextBox 15"/>
          <p:cNvSpPr txBox="1"/>
          <p:nvPr/>
        </p:nvSpPr>
        <p:spPr>
          <a:xfrm>
            <a:off x="15701651" y="1009650"/>
            <a:ext cx="155764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CONCLUSION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830869" y="2162691"/>
            <a:ext cx="5649823" cy="5917883"/>
            <a:chOff x="0" y="0"/>
            <a:chExt cx="1488019" cy="1558619"/>
          </a:xfrm>
        </p:grpSpPr>
        <p:sp>
          <p:nvSpPr>
            <p:cNvPr id="4" name="Freeform 4"/>
            <p:cNvSpPr/>
            <p:nvPr/>
          </p:nvSpPr>
          <p:spPr>
            <a:xfrm>
              <a:off x="0" y="0"/>
              <a:ext cx="1488019" cy="1558619"/>
            </a:xfrm>
            <a:custGeom>
              <a:avLst/>
              <a:gdLst/>
              <a:ahLst/>
              <a:cxnLst/>
              <a:rect l="l" t="t" r="r" b="b"/>
              <a:pathLst>
                <a:path w="1488019" h="1558619">
                  <a:moveTo>
                    <a:pt x="0" y="0"/>
                  </a:moveTo>
                  <a:lnTo>
                    <a:pt x="1488019" y="0"/>
                  </a:lnTo>
                  <a:lnTo>
                    <a:pt x="1488019" y="1558619"/>
                  </a:lnTo>
                  <a:lnTo>
                    <a:pt x="0" y="1558619"/>
                  </a:lnTo>
                  <a:close/>
                </a:path>
              </a:pathLst>
            </a:custGeom>
            <a:solidFill>
              <a:srgbClr val="3A0542"/>
            </a:solidFill>
          </p:spPr>
        </p:sp>
        <p:sp>
          <p:nvSpPr>
            <p:cNvPr id="5" name="TextBox 5"/>
            <p:cNvSpPr txBox="1"/>
            <p:nvPr/>
          </p:nvSpPr>
          <p:spPr>
            <a:xfrm>
              <a:off x="0" y="-19050"/>
              <a:ext cx="1488019" cy="1577669"/>
            </a:xfrm>
            <a:prstGeom prst="rect">
              <a:avLst/>
            </a:prstGeom>
          </p:spPr>
          <p:txBody>
            <a:bodyPr lIns="50800" tIns="50800" rIns="50800" bIns="50800" rtlCol="0" anchor="ctr"/>
            <a:lstStyle/>
            <a:p>
              <a:pPr algn="ctr">
                <a:lnSpc>
                  <a:spcPts val="2186"/>
                </a:lnSpc>
              </a:pPr>
              <a:endParaRPr/>
            </a:p>
          </p:txBody>
        </p:sp>
      </p:grpSp>
      <p:grpSp>
        <p:nvGrpSpPr>
          <p:cNvPr id="6" name="Group 6"/>
          <p:cNvGrpSpPr/>
          <p:nvPr/>
        </p:nvGrpSpPr>
        <p:grpSpPr>
          <a:xfrm>
            <a:off x="5405395" y="4551318"/>
            <a:ext cx="1309371" cy="478928"/>
            <a:chOff x="0" y="0"/>
            <a:chExt cx="344855" cy="126137"/>
          </a:xfrm>
        </p:grpSpPr>
        <p:sp>
          <p:nvSpPr>
            <p:cNvPr id="7" name="Freeform 7"/>
            <p:cNvSpPr/>
            <p:nvPr/>
          </p:nvSpPr>
          <p:spPr>
            <a:xfrm>
              <a:off x="0" y="0"/>
              <a:ext cx="344855" cy="126137"/>
            </a:xfrm>
            <a:custGeom>
              <a:avLst/>
              <a:gdLst/>
              <a:ahLst/>
              <a:cxnLst/>
              <a:rect l="l" t="t" r="r" b="b"/>
              <a:pathLst>
                <a:path w="344855" h="126137">
                  <a:moveTo>
                    <a:pt x="0" y="0"/>
                  </a:moveTo>
                  <a:lnTo>
                    <a:pt x="344855" y="0"/>
                  </a:lnTo>
                  <a:lnTo>
                    <a:pt x="344855" y="126137"/>
                  </a:lnTo>
                  <a:lnTo>
                    <a:pt x="0" y="126137"/>
                  </a:lnTo>
                  <a:close/>
                </a:path>
              </a:pathLst>
            </a:custGeom>
            <a:solidFill>
              <a:srgbClr val="6C0B7B"/>
            </a:solidFill>
          </p:spPr>
        </p:sp>
        <p:sp>
          <p:nvSpPr>
            <p:cNvPr id="8" name="TextBox 8"/>
            <p:cNvSpPr txBox="1"/>
            <p:nvPr/>
          </p:nvSpPr>
          <p:spPr>
            <a:xfrm>
              <a:off x="0" y="-19050"/>
              <a:ext cx="344855" cy="145187"/>
            </a:xfrm>
            <a:prstGeom prst="rect">
              <a:avLst/>
            </a:prstGeom>
          </p:spPr>
          <p:txBody>
            <a:bodyPr lIns="50800" tIns="50800" rIns="50800" bIns="50800" rtlCol="0" anchor="ctr"/>
            <a:lstStyle/>
            <a:p>
              <a:pPr algn="ctr">
                <a:lnSpc>
                  <a:spcPts val="2186"/>
                </a:lnSpc>
              </a:pPr>
              <a:endParaRPr/>
            </a:p>
          </p:txBody>
        </p:sp>
      </p:grpSp>
      <p:grpSp>
        <p:nvGrpSpPr>
          <p:cNvPr id="9" name="Group 9"/>
          <p:cNvGrpSpPr/>
          <p:nvPr/>
        </p:nvGrpSpPr>
        <p:grpSpPr>
          <a:xfrm>
            <a:off x="9144000" y="2722859"/>
            <a:ext cx="7765627" cy="4841283"/>
            <a:chOff x="0" y="0"/>
            <a:chExt cx="1203099" cy="750041"/>
          </a:xfrm>
        </p:grpSpPr>
        <p:sp>
          <p:nvSpPr>
            <p:cNvPr id="10" name="Freeform 10"/>
            <p:cNvSpPr/>
            <p:nvPr/>
          </p:nvSpPr>
          <p:spPr>
            <a:xfrm flipH="1">
              <a:off x="0" y="0"/>
              <a:ext cx="1203099" cy="750041"/>
            </a:xfrm>
            <a:custGeom>
              <a:avLst/>
              <a:gdLst/>
              <a:ahLst/>
              <a:cxnLst/>
              <a:rect l="l" t="t" r="r" b="b"/>
              <a:pathLst>
                <a:path w="1203099" h="750041">
                  <a:moveTo>
                    <a:pt x="1203099" y="0"/>
                  </a:moveTo>
                  <a:lnTo>
                    <a:pt x="0" y="0"/>
                  </a:lnTo>
                  <a:lnTo>
                    <a:pt x="0" y="750041"/>
                  </a:lnTo>
                  <a:lnTo>
                    <a:pt x="1203099" y="750041"/>
                  </a:lnTo>
                  <a:close/>
                </a:path>
              </a:pathLst>
            </a:custGeom>
            <a:blipFill>
              <a:blip r:embed="rId3"/>
              <a:stretch>
                <a:fillRect t="-3434" b="-3434"/>
              </a:stretch>
            </a:blipFill>
          </p:spPr>
        </p:sp>
      </p:grpSp>
      <p:sp>
        <p:nvSpPr>
          <p:cNvPr id="11" name="TextBox 11"/>
          <p:cNvSpPr txBox="1"/>
          <p:nvPr/>
        </p:nvSpPr>
        <p:spPr>
          <a:xfrm>
            <a:off x="12146110" y="1009650"/>
            <a:ext cx="98847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HOME</a:t>
            </a:r>
          </a:p>
        </p:txBody>
      </p:sp>
      <p:sp>
        <p:nvSpPr>
          <p:cNvPr id="12" name="TextBox 12"/>
          <p:cNvSpPr txBox="1"/>
          <p:nvPr/>
        </p:nvSpPr>
        <p:spPr>
          <a:xfrm>
            <a:off x="13660085" y="1009650"/>
            <a:ext cx="1516069" cy="275898"/>
          </a:xfrm>
          <a:prstGeom prst="rect">
            <a:avLst/>
          </a:prstGeom>
        </p:spPr>
        <p:txBody>
          <a:bodyPr lIns="0" tIns="0" rIns="0" bIns="0" rtlCol="0" anchor="t">
            <a:spAutoFit/>
          </a:bodyPr>
          <a:lstStyle/>
          <a:p>
            <a:pPr marL="0" lvl="1" indent="0" algn="ctr">
              <a:lnSpc>
                <a:spcPts val="2186"/>
              </a:lnSpc>
              <a:spcBef>
                <a:spcPct val="0"/>
              </a:spcBef>
            </a:pPr>
            <a:r>
              <a:rPr lang="en-US" sz="1695" b="1">
                <a:solidFill>
                  <a:srgbClr val="FFFFFF"/>
                </a:solidFill>
                <a:latin typeface="TT Fors Bold"/>
                <a:ea typeface="TT Fors Bold"/>
                <a:cs typeface="TT Fors Bold"/>
                <a:sym typeface="TT Fors Bold"/>
              </a:rPr>
              <a:t>DISCUSSION</a:t>
            </a:r>
          </a:p>
        </p:txBody>
      </p:sp>
      <p:sp>
        <p:nvSpPr>
          <p:cNvPr id="13" name="TextBox 13"/>
          <p:cNvSpPr txBox="1"/>
          <p:nvPr/>
        </p:nvSpPr>
        <p:spPr>
          <a:xfrm>
            <a:off x="15701651" y="1009650"/>
            <a:ext cx="155764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CONCLUSION</a:t>
            </a:r>
          </a:p>
        </p:txBody>
      </p:sp>
      <p:sp>
        <p:nvSpPr>
          <p:cNvPr id="14" name="TextBox 14"/>
          <p:cNvSpPr txBox="1"/>
          <p:nvPr/>
        </p:nvSpPr>
        <p:spPr>
          <a:xfrm>
            <a:off x="772044" y="3665417"/>
            <a:ext cx="7271198" cy="5413661"/>
          </a:xfrm>
          <a:prstGeom prst="rect">
            <a:avLst/>
          </a:prstGeom>
        </p:spPr>
        <p:txBody>
          <a:bodyPr lIns="0" tIns="0" rIns="0" bIns="0" rtlCol="0" anchor="t">
            <a:spAutoFit/>
          </a:bodyPr>
          <a:lstStyle/>
          <a:p>
            <a:pPr algn="just">
              <a:lnSpc>
                <a:spcPts val="5320"/>
              </a:lnSpc>
            </a:pPr>
            <a:r>
              <a:rPr lang="en-US" sz="3800" spc="114" dirty="0" err="1">
                <a:solidFill>
                  <a:srgbClr val="FFFFFF"/>
                </a:solidFill>
                <a:latin typeface="TT Fors"/>
                <a:ea typeface="TT Fors"/>
                <a:cs typeface="TT Fors"/>
                <a:sym typeface="TT Fors"/>
              </a:rPr>
              <a:t>GadgetShop</a:t>
            </a:r>
            <a:r>
              <a:rPr lang="en-US" sz="3800" spc="114" dirty="0">
                <a:solidFill>
                  <a:srgbClr val="FFFFFF"/>
                </a:solidFill>
                <a:latin typeface="TT Fors"/>
                <a:ea typeface="TT Fors"/>
                <a:cs typeface="TT Fors"/>
                <a:sym typeface="TT Fors"/>
              </a:rPr>
              <a:t> is an webstore for tech products.</a:t>
            </a:r>
          </a:p>
          <a:p>
            <a:pPr algn="just">
              <a:lnSpc>
                <a:spcPts val="5320"/>
              </a:lnSpc>
            </a:pPr>
            <a:r>
              <a:rPr lang="en-US" sz="3800" spc="114" dirty="0">
                <a:solidFill>
                  <a:srgbClr val="FFFFFF"/>
                </a:solidFill>
                <a:latin typeface="TT Fors"/>
                <a:ea typeface="TT Fors"/>
                <a:cs typeface="TT Fors"/>
                <a:sym typeface="TT Fors"/>
              </a:rPr>
              <a:t>Features a clean, simple layout for beginners.</a:t>
            </a:r>
          </a:p>
          <a:p>
            <a:pPr algn="just">
              <a:lnSpc>
                <a:spcPts val="5320"/>
              </a:lnSpc>
            </a:pPr>
            <a:r>
              <a:rPr lang="en-US" sz="3800" spc="114" dirty="0">
                <a:solidFill>
                  <a:srgbClr val="FFFFFF"/>
                </a:solidFill>
                <a:latin typeface="TT Fors"/>
                <a:ea typeface="TT Fors"/>
                <a:cs typeface="TT Fors"/>
                <a:sym typeface="TT Fors"/>
              </a:rPr>
              <a:t>Includes interactive elements like product slider and animations.</a:t>
            </a:r>
          </a:p>
          <a:p>
            <a:pPr marL="0" lvl="0" indent="0" algn="just">
              <a:lnSpc>
                <a:spcPts val="5320"/>
              </a:lnSpc>
              <a:spcBef>
                <a:spcPct val="0"/>
              </a:spcBef>
            </a:pPr>
            <a:endParaRPr lang="en-US" sz="3800" spc="114" dirty="0">
              <a:solidFill>
                <a:srgbClr val="FFFFFF"/>
              </a:solidFill>
              <a:latin typeface="TT Fors"/>
              <a:ea typeface="TT Fors"/>
              <a:cs typeface="TT Fors"/>
              <a:sym typeface="TT Fors"/>
            </a:endParaRPr>
          </a:p>
        </p:txBody>
      </p:sp>
      <p:sp>
        <p:nvSpPr>
          <p:cNvPr id="15" name="TextBox 15"/>
          <p:cNvSpPr txBox="1"/>
          <p:nvPr/>
        </p:nvSpPr>
        <p:spPr>
          <a:xfrm>
            <a:off x="772044" y="2397492"/>
            <a:ext cx="9266703" cy="1009650"/>
          </a:xfrm>
          <a:prstGeom prst="rect">
            <a:avLst/>
          </a:prstGeom>
        </p:spPr>
        <p:txBody>
          <a:bodyPr lIns="0" tIns="0" rIns="0" bIns="0" rtlCol="0" anchor="t">
            <a:spAutoFit/>
          </a:bodyPr>
          <a:lstStyle/>
          <a:p>
            <a:pPr marL="0" lvl="1" indent="0" algn="l">
              <a:lnSpc>
                <a:spcPts val="7500"/>
              </a:lnSpc>
            </a:pPr>
            <a:r>
              <a:rPr lang="en-US" sz="7500" b="1" spc="-300">
                <a:solidFill>
                  <a:srgbClr val="FFFFFF"/>
                </a:solidFill>
                <a:latin typeface="Inter Bold"/>
                <a:ea typeface="Inter Bold"/>
                <a:cs typeface="Inter Bold"/>
                <a:sym typeface="Inter Bold"/>
              </a:rPr>
              <a:t>Project Overview</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5387996" y="4472177"/>
            <a:ext cx="1309371" cy="478928"/>
            <a:chOff x="0" y="0"/>
            <a:chExt cx="344855" cy="126137"/>
          </a:xfrm>
        </p:grpSpPr>
        <p:sp>
          <p:nvSpPr>
            <p:cNvPr id="4" name="Freeform 4"/>
            <p:cNvSpPr/>
            <p:nvPr/>
          </p:nvSpPr>
          <p:spPr>
            <a:xfrm>
              <a:off x="0" y="0"/>
              <a:ext cx="344855" cy="126137"/>
            </a:xfrm>
            <a:custGeom>
              <a:avLst/>
              <a:gdLst/>
              <a:ahLst/>
              <a:cxnLst/>
              <a:rect l="l" t="t" r="r" b="b"/>
              <a:pathLst>
                <a:path w="344855" h="126137">
                  <a:moveTo>
                    <a:pt x="0" y="0"/>
                  </a:moveTo>
                  <a:lnTo>
                    <a:pt x="344855" y="0"/>
                  </a:lnTo>
                  <a:lnTo>
                    <a:pt x="344855" y="126137"/>
                  </a:lnTo>
                  <a:lnTo>
                    <a:pt x="0" y="126137"/>
                  </a:lnTo>
                  <a:close/>
                </a:path>
              </a:pathLst>
            </a:custGeom>
            <a:solidFill>
              <a:srgbClr val="6C0B7B"/>
            </a:solidFill>
          </p:spPr>
        </p:sp>
        <p:sp>
          <p:nvSpPr>
            <p:cNvPr id="5" name="TextBox 5"/>
            <p:cNvSpPr txBox="1"/>
            <p:nvPr/>
          </p:nvSpPr>
          <p:spPr>
            <a:xfrm>
              <a:off x="0" y="-19050"/>
              <a:ext cx="344855" cy="145187"/>
            </a:xfrm>
            <a:prstGeom prst="rect">
              <a:avLst/>
            </a:prstGeom>
          </p:spPr>
          <p:txBody>
            <a:bodyPr lIns="50800" tIns="50800" rIns="50800" bIns="50800" rtlCol="0" anchor="ctr"/>
            <a:lstStyle/>
            <a:p>
              <a:pPr algn="ctr">
                <a:lnSpc>
                  <a:spcPts val="2186"/>
                </a:lnSpc>
              </a:pPr>
              <a:endParaRPr/>
            </a:p>
          </p:txBody>
        </p:sp>
      </p:grpSp>
      <p:sp>
        <p:nvSpPr>
          <p:cNvPr id="12" name="TextBox 12"/>
          <p:cNvSpPr txBox="1"/>
          <p:nvPr/>
        </p:nvSpPr>
        <p:spPr>
          <a:xfrm>
            <a:off x="12146110" y="1009650"/>
            <a:ext cx="98847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HOME</a:t>
            </a:r>
          </a:p>
        </p:txBody>
      </p:sp>
      <p:sp>
        <p:nvSpPr>
          <p:cNvPr id="13" name="TextBox 13"/>
          <p:cNvSpPr txBox="1"/>
          <p:nvPr/>
        </p:nvSpPr>
        <p:spPr>
          <a:xfrm>
            <a:off x="13660085" y="1009650"/>
            <a:ext cx="1516069" cy="275898"/>
          </a:xfrm>
          <a:prstGeom prst="rect">
            <a:avLst/>
          </a:prstGeom>
        </p:spPr>
        <p:txBody>
          <a:bodyPr lIns="0" tIns="0" rIns="0" bIns="0" rtlCol="0" anchor="t">
            <a:spAutoFit/>
          </a:bodyPr>
          <a:lstStyle/>
          <a:p>
            <a:pPr marL="0" lvl="1" indent="0" algn="ctr">
              <a:lnSpc>
                <a:spcPts val="2186"/>
              </a:lnSpc>
              <a:spcBef>
                <a:spcPct val="0"/>
              </a:spcBef>
            </a:pPr>
            <a:r>
              <a:rPr lang="en-US" sz="1695" b="1">
                <a:solidFill>
                  <a:srgbClr val="FFFFFF"/>
                </a:solidFill>
                <a:latin typeface="TT Fors Bold"/>
                <a:ea typeface="TT Fors Bold"/>
                <a:cs typeface="TT Fors Bold"/>
                <a:sym typeface="TT Fors Bold"/>
              </a:rPr>
              <a:t>DISCUSSION</a:t>
            </a:r>
          </a:p>
        </p:txBody>
      </p:sp>
      <p:sp>
        <p:nvSpPr>
          <p:cNvPr id="14" name="TextBox 14"/>
          <p:cNvSpPr txBox="1"/>
          <p:nvPr/>
        </p:nvSpPr>
        <p:spPr>
          <a:xfrm>
            <a:off x="15701651" y="1009650"/>
            <a:ext cx="155764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CONCLUSION</a:t>
            </a:r>
          </a:p>
        </p:txBody>
      </p:sp>
      <p:sp>
        <p:nvSpPr>
          <p:cNvPr id="15" name="TextBox 15"/>
          <p:cNvSpPr txBox="1"/>
          <p:nvPr/>
        </p:nvSpPr>
        <p:spPr>
          <a:xfrm>
            <a:off x="472082" y="2759230"/>
            <a:ext cx="7781279" cy="1105868"/>
          </a:xfrm>
          <a:prstGeom prst="rect">
            <a:avLst/>
          </a:prstGeom>
        </p:spPr>
        <p:txBody>
          <a:bodyPr lIns="0" tIns="0" rIns="0" bIns="0" rtlCol="0" anchor="t">
            <a:spAutoFit/>
          </a:bodyPr>
          <a:lstStyle/>
          <a:p>
            <a:pPr marL="0" lvl="1" indent="0" algn="l">
              <a:lnSpc>
                <a:spcPts val="8288"/>
              </a:lnSpc>
            </a:pPr>
            <a:r>
              <a:rPr lang="en-US" sz="8288" b="1" spc="-331">
                <a:solidFill>
                  <a:srgbClr val="FFFFFF"/>
                </a:solidFill>
                <a:latin typeface="Inter Bold"/>
                <a:ea typeface="Inter Bold"/>
                <a:cs typeface="Inter Bold"/>
                <a:sym typeface="Inter Bold"/>
              </a:rPr>
              <a:t>Main Features</a:t>
            </a:r>
          </a:p>
        </p:txBody>
      </p:sp>
      <p:sp>
        <p:nvSpPr>
          <p:cNvPr id="16" name="TextBox 16"/>
          <p:cNvSpPr txBox="1"/>
          <p:nvPr/>
        </p:nvSpPr>
        <p:spPr>
          <a:xfrm>
            <a:off x="8075524" y="6378648"/>
            <a:ext cx="9183776" cy="3469005"/>
          </a:xfrm>
          <a:prstGeom prst="rect">
            <a:avLst/>
          </a:prstGeom>
        </p:spPr>
        <p:txBody>
          <a:bodyPr lIns="0" tIns="0" rIns="0" bIns="0" rtlCol="0" anchor="t">
            <a:spAutoFit/>
          </a:bodyPr>
          <a:lstStyle/>
          <a:p>
            <a:pPr algn="just">
              <a:lnSpc>
                <a:spcPts val="4620"/>
              </a:lnSpc>
            </a:pPr>
            <a:r>
              <a:rPr lang="en-US" sz="3300" spc="99">
                <a:solidFill>
                  <a:srgbClr val="FFFFFF"/>
                </a:solidFill>
                <a:latin typeface="TT Fors"/>
                <a:ea typeface="TT Fors"/>
                <a:cs typeface="TT Fors"/>
                <a:sym typeface="TT Fors"/>
              </a:rPr>
              <a:t>Product listings with image, name, and price</a:t>
            </a:r>
          </a:p>
          <a:p>
            <a:pPr algn="just">
              <a:lnSpc>
                <a:spcPts val="4620"/>
              </a:lnSpc>
            </a:pPr>
            <a:r>
              <a:rPr lang="en-US" sz="3300" spc="99">
                <a:solidFill>
                  <a:srgbClr val="FFFFFF"/>
                </a:solidFill>
                <a:latin typeface="TT Fors"/>
                <a:ea typeface="TT Fors"/>
                <a:cs typeface="TT Fors"/>
                <a:sym typeface="TT Fors"/>
              </a:rPr>
              <a:t>Add to Cart functionality with item counter</a:t>
            </a:r>
          </a:p>
          <a:p>
            <a:pPr algn="just">
              <a:lnSpc>
                <a:spcPts val="4620"/>
              </a:lnSpc>
            </a:pPr>
            <a:r>
              <a:rPr lang="en-US" sz="3300" spc="99">
                <a:solidFill>
                  <a:srgbClr val="FFFFFF"/>
                </a:solidFill>
                <a:latin typeface="TT Fors"/>
                <a:ea typeface="TT Fors"/>
                <a:cs typeface="TT Fors"/>
                <a:sym typeface="TT Fors"/>
              </a:rPr>
              <a:t>Search bar for product filtering</a:t>
            </a:r>
          </a:p>
          <a:p>
            <a:pPr algn="just">
              <a:lnSpc>
                <a:spcPts val="4620"/>
              </a:lnSpc>
            </a:pPr>
            <a:r>
              <a:rPr lang="en-US" sz="3300" spc="99">
                <a:solidFill>
                  <a:srgbClr val="FFFFFF"/>
                </a:solidFill>
                <a:latin typeface="TT Fors"/>
                <a:ea typeface="TT Fors"/>
                <a:cs typeface="TT Fors"/>
                <a:sym typeface="TT Fors"/>
              </a:rPr>
              <a:t>Product Details page</a:t>
            </a:r>
          </a:p>
          <a:p>
            <a:pPr algn="just">
              <a:lnSpc>
                <a:spcPts val="4620"/>
              </a:lnSpc>
            </a:pPr>
            <a:r>
              <a:rPr lang="en-US" sz="3300" spc="99">
                <a:solidFill>
                  <a:srgbClr val="FFFFFF"/>
                </a:solidFill>
                <a:latin typeface="TT Fors"/>
                <a:ea typeface="TT Fors"/>
                <a:cs typeface="TT Fors"/>
                <a:sym typeface="TT Fors"/>
              </a:rPr>
              <a:t>Buy Now / Checkout page</a:t>
            </a:r>
          </a:p>
          <a:p>
            <a:pPr marL="0" lvl="0" indent="0" algn="just">
              <a:lnSpc>
                <a:spcPts val="4620"/>
              </a:lnSpc>
              <a:spcBef>
                <a:spcPct val="0"/>
              </a:spcBef>
            </a:pPr>
            <a:endParaRPr lang="en-US" sz="3300" spc="99">
              <a:solidFill>
                <a:srgbClr val="FFFFFF"/>
              </a:solidFill>
              <a:latin typeface="TT Fors"/>
              <a:ea typeface="TT Fors"/>
              <a:cs typeface="TT Fors"/>
              <a:sym typeface="TT Fors"/>
            </a:endParaRPr>
          </a:p>
        </p:txBody>
      </p:sp>
      <p:pic>
        <p:nvPicPr>
          <p:cNvPr id="18" name="Picture 17">
            <a:extLst>
              <a:ext uri="{FF2B5EF4-FFF2-40B4-BE49-F238E27FC236}">
                <a16:creationId xmlns:a16="http://schemas.microsoft.com/office/drawing/2014/main" id="{4554FCA4-844E-63AB-A64A-C8538C226FB7}"/>
              </a:ext>
            </a:extLst>
          </p:cNvPr>
          <p:cNvPicPr>
            <a:picLocks noChangeAspect="1"/>
          </p:cNvPicPr>
          <p:nvPr/>
        </p:nvPicPr>
        <p:blipFill>
          <a:blip r:embed="rId3"/>
          <a:stretch>
            <a:fillRect/>
          </a:stretch>
        </p:blipFill>
        <p:spPr>
          <a:xfrm>
            <a:off x="228600" y="4951105"/>
            <a:ext cx="7315200" cy="4245636"/>
          </a:xfrm>
          <a:prstGeom prst="rect">
            <a:avLst/>
          </a:prstGeom>
        </p:spPr>
      </p:pic>
      <p:pic>
        <p:nvPicPr>
          <p:cNvPr id="20" name="Picture 19">
            <a:extLst>
              <a:ext uri="{FF2B5EF4-FFF2-40B4-BE49-F238E27FC236}">
                <a16:creationId xmlns:a16="http://schemas.microsoft.com/office/drawing/2014/main" id="{0E50FA25-30AC-4512-6B1B-EEF20C7C35D6}"/>
              </a:ext>
            </a:extLst>
          </p:cNvPr>
          <p:cNvPicPr>
            <a:picLocks noChangeAspect="1"/>
          </p:cNvPicPr>
          <p:nvPr/>
        </p:nvPicPr>
        <p:blipFill>
          <a:blip r:embed="rId4"/>
          <a:stretch>
            <a:fillRect/>
          </a:stretch>
        </p:blipFill>
        <p:spPr>
          <a:xfrm>
            <a:off x="7835921" y="1785534"/>
            <a:ext cx="9734550" cy="4245636"/>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8" name="Group 8"/>
          <p:cNvGrpSpPr/>
          <p:nvPr/>
        </p:nvGrpSpPr>
        <p:grpSpPr>
          <a:xfrm>
            <a:off x="6079166" y="3604373"/>
            <a:ext cx="1309371" cy="478928"/>
            <a:chOff x="0" y="0"/>
            <a:chExt cx="344855" cy="126137"/>
          </a:xfrm>
        </p:grpSpPr>
        <p:sp>
          <p:nvSpPr>
            <p:cNvPr id="9" name="Freeform 9"/>
            <p:cNvSpPr/>
            <p:nvPr/>
          </p:nvSpPr>
          <p:spPr>
            <a:xfrm>
              <a:off x="0" y="0"/>
              <a:ext cx="344855" cy="126137"/>
            </a:xfrm>
            <a:custGeom>
              <a:avLst/>
              <a:gdLst/>
              <a:ahLst/>
              <a:cxnLst/>
              <a:rect l="l" t="t" r="r" b="b"/>
              <a:pathLst>
                <a:path w="344855" h="126137">
                  <a:moveTo>
                    <a:pt x="0" y="0"/>
                  </a:moveTo>
                  <a:lnTo>
                    <a:pt x="344855" y="0"/>
                  </a:lnTo>
                  <a:lnTo>
                    <a:pt x="344855" y="126137"/>
                  </a:lnTo>
                  <a:lnTo>
                    <a:pt x="0" y="126137"/>
                  </a:lnTo>
                  <a:close/>
                </a:path>
              </a:pathLst>
            </a:custGeom>
            <a:solidFill>
              <a:srgbClr val="6C0B7B"/>
            </a:solidFill>
          </p:spPr>
        </p:sp>
        <p:sp>
          <p:nvSpPr>
            <p:cNvPr id="10" name="TextBox 10"/>
            <p:cNvSpPr txBox="1"/>
            <p:nvPr/>
          </p:nvSpPr>
          <p:spPr>
            <a:xfrm>
              <a:off x="0" y="-19050"/>
              <a:ext cx="344855" cy="145187"/>
            </a:xfrm>
            <a:prstGeom prst="rect">
              <a:avLst/>
            </a:prstGeom>
          </p:spPr>
          <p:txBody>
            <a:bodyPr lIns="50800" tIns="50800" rIns="50800" bIns="50800" rtlCol="0" anchor="ctr"/>
            <a:lstStyle/>
            <a:p>
              <a:pPr algn="ctr">
                <a:lnSpc>
                  <a:spcPts val="2186"/>
                </a:lnSpc>
              </a:pPr>
              <a:endParaRPr/>
            </a:p>
          </p:txBody>
        </p:sp>
      </p:grpSp>
      <p:sp>
        <p:nvSpPr>
          <p:cNvPr id="15" name="TextBox 15"/>
          <p:cNvSpPr txBox="1"/>
          <p:nvPr/>
        </p:nvSpPr>
        <p:spPr>
          <a:xfrm>
            <a:off x="12146110" y="1009650"/>
            <a:ext cx="98847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HOME</a:t>
            </a:r>
          </a:p>
        </p:txBody>
      </p:sp>
      <p:sp>
        <p:nvSpPr>
          <p:cNvPr id="16" name="TextBox 16"/>
          <p:cNvSpPr txBox="1"/>
          <p:nvPr/>
        </p:nvSpPr>
        <p:spPr>
          <a:xfrm>
            <a:off x="13660085" y="1009650"/>
            <a:ext cx="1516069" cy="275898"/>
          </a:xfrm>
          <a:prstGeom prst="rect">
            <a:avLst/>
          </a:prstGeom>
        </p:spPr>
        <p:txBody>
          <a:bodyPr lIns="0" tIns="0" rIns="0" bIns="0" rtlCol="0" anchor="t">
            <a:spAutoFit/>
          </a:bodyPr>
          <a:lstStyle/>
          <a:p>
            <a:pPr marL="0" lvl="1" indent="0" algn="ctr">
              <a:lnSpc>
                <a:spcPts val="2186"/>
              </a:lnSpc>
              <a:spcBef>
                <a:spcPct val="0"/>
              </a:spcBef>
            </a:pPr>
            <a:r>
              <a:rPr lang="en-US" sz="1695" b="1">
                <a:solidFill>
                  <a:srgbClr val="FFFFFF"/>
                </a:solidFill>
                <a:latin typeface="TT Fors Bold"/>
                <a:ea typeface="TT Fors Bold"/>
                <a:cs typeface="TT Fors Bold"/>
                <a:sym typeface="TT Fors Bold"/>
              </a:rPr>
              <a:t>DISCUSSION</a:t>
            </a:r>
          </a:p>
        </p:txBody>
      </p:sp>
      <p:sp>
        <p:nvSpPr>
          <p:cNvPr id="17" name="TextBox 17"/>
          <p:cNvSpPr txBox="1"/>
          <p:nvPr/>
        </p:nvSpPr>
        <p:spPr>
          <a:xfrm>
            <a:off x="15701651" y="1009650"/>
            <a:ext cx="155764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CONCLUSION</a:t>
            </a:r>
          </a:p>
        </p:txBody>
      </p:sp>
      <p:sp>
        <p:nvSpPr>
          <p:cNvPr id="21" name="TextBox 21"/>
          <p:cNvSpPr txBox="1"/>
          <p:nvPr/>
        </p:nvSpPr>
        <p:spPr>
          <a:xfrm>
            <a:off x="1028700" y="1994150"/>
            <a:ext cx="15887700" cy="1025922"/>
          </a:xfrm>
          <a:prstGeom prst="rect">
            <a:avLst/>
          </a:prstGeom>
        </p:spPr>
        <p:txBody>
          <a:bodyPr wrap="square" lIns="0" tIns="0" rIns="0" bIns="0" rtlCol="0" anchor="t">
            <a:spAutoFit/>
          </a:bodyPr>
          <a:lstStyle/>
          <a:p>
            <a:pPr marL="0" lvl="1" indent="0" algn="l">
              <a:lnSpc>
                <a:spcPts val="8000"/>
              </a:lnSpc>
            </a:pPr>
            <a:r>
              <a:rPr lang="en-US" sz="8000" b="1" spc="-320" dirty="0">
                <a:solidFill>
                  <a:srgbClr val="FFFFFF"/>
                </a:solidFill>
                <a:latin typeface="Inter Bold"/>
                <a:ea typeface="Inter Bold"/>
                <a:cs typeface="Inter Bold"/>
                <a:sym typeface="Inter Bold"/>
              </a:rPr>
              <a:t>Log in page and Verification page</a:t>
            </a:r>
          </a:p>
        </p:txBody>
      </p:sp>
      <p:pic>
        <p:nvPicPr>
          <p:cNvPr id="26" name="Picture 25">
            <a:extLst>
              <a:ext uri="{FF2B5EF4-FFF2-40B4-BE49-F238E27FC236}">
                <a16:creationId xmlns:a16="http://schemas.microsoft.com/office/drawing/2014/main" id="{6BAAFBE7-6690-390E-9F9F-0C38E347206D}"/>
              </a:ext>
            </a:extLst>
          </p:cNvPr>
          <p:cNvPicPr>
            <a:picLocks noChangeAspect="1"/>
          </p:cNvPicPr>
          <p:nvPr/>
        </p:nvPicPr>
        <p:blipFill>
          <a:blip r:embed="rId3"/>
          <a:stretch>
            <a:fillRect/>
          </a:stretch>
        </p:blipFill>
        <p:spPr>
          <a:xfrm>
            <a:off x="1028700" y="3728674"/>
            <a:ext cx="7658100" cy="5148626"/>
          </a:xfrm>
          <a:prstGeom prst="rect">
            <a:avLst/>
          </a:prstGeom>
        </p:spPr>
      </p:pic>
      <p:pic>
        <p:nvPicPr>
          <p:cNvPr id="28" name="Picture 27">
            <a:extLst>
              <a:ext uri="{FF2B5EF4-FFF2-40B4-BE49-F238E27FC236}">
                <a16:creationId xmlns:a16="http://schemas.microsoft.com/office/drawing/2014/main" id="{6DDEE11B-6127-F359-AA3D-A404A96DC267}"/>
              </a:ext>
            </a:extLst>
          </p:cNvPr>
          <p:cNvPicPr>
            <a:picLocks noChangeAspect="1"/>
          </p:cNvPicPr>
          <p:nvPr/>
        </p:nvPicPr>
        <p:blipFill>
          <a:blip r:embed="rId4"/>
          <a:stretch>
            <a:fillRect/>
          </a:stretch>
        </p:blipFill>
        <p:spPr>
          <a:xfrm>
            <a:off x="9601202" y="3728674"/>
            <a:ext cx="7658098" cy="5159687"/>
          </a:xfrm>
          <a:prstGeom prst="rect">
            <a:avLst/>
          </a:prstGeom>
        </p:spPr>
      </p:pic>
      <p:sp>
        <p:nvSpPr>
          <p:cNvPr id="29" name="TextBox 28">
            <a:extLst>
              <a:ext uri="{FF2B5EF4-FFF2-40B4-BE49-F238E27FC236}">
                <a16:creationId xmlns:a16="http://schemas.microsoft.com/office/drawing/2014/main" id="{308269E5-9DAC-54A6-919E-CD786041CA85}"/>
              </a:ext>
            </a:extLst>
          </p:cNvPr>
          <p:cNvSpPr txBox="1"/>
          <p:nvPr/>
        </p:nvSpPr>
        <p:spPr>
          <a:xfrm>
            <a:off x="3654737" y="9073932"/>
            <a:ext cx="3733800" cy="630942"/>
          </a:xfrm>
          <a:prstGeom prst="rect">
            <a:avLst/>
          </a:prstGeom>
          <a:noFill/>
        </p:spPr>
        <p:txBody>
          <a:bodyPr wrap="square" rtlCol="0">
            <a:spAutoFit/>
          </a:bodyPr>
          <a:lstStyle/>
          <a:p>
            <a:r>
              <a:rPr lang="en-US" sz="3500" b="1" dirty="0">
                <a:solidFill>
                  <a:schemeClr val="bg1"/>
                </a:solidFill>
              </a:rPr>
              <a:t>Login Page</a:t>
            </a:r>
            <a:endParaRPr lang="en-PH" sz="3500" b="1" dirty="0">
              <a:solidFill>
                <a:schemeClr val="bg1"/>
              </a:solidFill>
            </a:endParaRPr>
          </a:p>
        </p:txBody>
      </p:sp>
      <p:sp>
        <p:nvSpPr>
          <p:cNvPr id="30" name="TextBox 29">
            <a:extLst>
              <a:ext uri="{FF2B5EF4-FFF2-40B4-BE49-F238E27FC236}">
                <a16:creationId xmlns:a16="http://schemas.microsoft.com/office/drawing/2014/main" id="{95B1D5C4-2014-1DCB-39CD-3110269D6936}"/>
              </a:ext>
            </a:extLst>
          </p:cNvPr>
          <p:cNvSpPr txBox="1"/>
          <p:nvPr/>
        </p:nvSpPr>
        <p:spPr>
          <a:xfrm>
            <a:off x="11793185" y="9073932"/>
            <a:ext cx="3733800" cy="630942"/>
          </a:xfrm>
          <a:prstGeom prst="rect">
            <a:avLst/>
          </a:prstGeom>
          <a:noFill/>
        </p:spPr>
        <p:txBody>
          <a:bodyPr wrap="square" rtlCol="0">
            <a:spAutoFit/>
          </a:bodyPr>
          <a:lstStyle/>
          <a:p>
            <a:r>
              <a:rPr lang="en-US" sz="3500" b="1" dirty="0">
                <a:solidFill>
                  <a:schemeClr val="bg1"/>
                </a:solidFill>
              </a:rPr>
              <a:t>Registration Page</a:t>
            </a:r>
            <a:endParaRPr lang="en-PH" sz="3500" b="1" dirty="0">
              <a:solidFill>
                <a:schemeClr val="bg1"/>
              </a:solidFill>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down)">
                                      <p:cBhvr>
                                        <p:cTn id="1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33847-2E43-5C9C-5ACE-E799C7FDA6D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9B9F780-EE96-2A53-E226-BF1EEA0DA7C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6" name="Group 6">
            <a:extLst>
              <a:ext uri="{FF2B5EF4-FFF2-40B4-BE49-F238E27FC236}">
                <a16:creationId xmlns:a16="http://schemas.microsoft.com/office/drawing/2014/main" id="{0B09C209-7937-8850-D713-A0495FF7F870}"/>
              </a:ext>
            </a:extLst>
          </p:cNvPr>
          <p:cNvGrpSpPr/>
          <p:nvPr/>
        </p:nvGrpSpPr>
        <p:grpSpPr>
          <a:xfrm>
            <a:off x="5486391" y="2948155"/>
            <a:ext cx="1309371" cy="478928"/>
            <a:chOff x="0" y="0"/>
            <a:chExt cx="344855" cy="126137"/>
          </a:xfrm>
        </p:grpSpPr>
        <p:sp>
          <p:nvSpPr>
            <p:cNvPr id="7" name="Freeform 7">
              <a:extLst>
                <a:ext uri="{FF2B5EF4-FFF2-40B4-BE49-F238E27FC236}">
                  <a16:creationId xmlns:a16="http://schemas.microsoft.com/office/drawing/2014/main" id="{9DFAA97F-B270-D259-DC4D-72963A27A7E7}"/>
                </a:ext>
              </a:extLst>
            </p:cNvPr>
            <p:cNvSpPr/>
            <p:nvPr/>
          </p:nvSpPr>
          <p:spPr>
            <a:xfrm>
              <a:off x="0" y="0"/>
              <a:ext cx="344855" cy="126137"/>
            </a:xfrm>
            <a:custGeom>
              <a:avLst/>
              <a:gdLst/>
              <a:ahLst/>
              <a:cxnLst/>
              <a:rect l="l" t="t" r="r" b="b"/>
              <a:pathLst>
                <a:path w="344855" h="126137">
                  <a:moveTo>
                    <a:pt x="0" y="0"/>
                  </a:moveTo>
                  <a:lnTo>
                    <a:pt x="344855" y="0"/>
                  </a:lnTo>
                  <a:lnTo>
                    <a:pt x="344855" y="126137"/>
                  </a:lnTo>
                  <a:lnTo>
                    <a:pt x="0" y="126137"/>
                  </a:lnTo>
                  <a:close/>
                </a:path>
              </a:pathLst>
            </a:custGeom>
            <a:solidFill>
              <a:srgbClr val="6C0B7B"/>
            </a:solidFill>
          </p:spPr>
        </p:sp>
        <p:sp>
          <p:nvSpPr>
            <p:cNvPr id="8" name="TextBox 8">
              <a:extLst>
                <a:ext uri="{FF2B5EF4-FFF2-40B4-BE49-F238E27FC236}">
                  <a16:creationId xmlns:a16="http://schemas.microsoft.com/office/drawing/2014/main" id="{1C39E065-BAC5-F34E-FFDA-46F611D3F659}"/>
                </a:ext>
              </a:extLst>
            </p:cNvPr>
            <p:cNvSpPr txBox="1"/>
            <p:nvPr/>
          </p:nvSpPr>
          <p:spPr>
            <a:xfrm>
              <a:off x="0" y="-19050"/>
              <a:ext cx="344855" cy="145187"/>
            </a:xfrm>
            <a:prstGeom prst="rect">
              <a:avLst/>
            </a:prstGeom>
          </p:spPr>
          <p:txBody>
            <a:bodyPr lIns="50800" tIns="50800" rIns="50800" bIns="50800" rtlCol="0" anchor="ctr"/>
            <a:lstStyle/>
            <a:p>
              <a:pPr algn="ctr">
                <a:lnSpc>
                  <a:spcPts val="2186"/>
                </a:lnSpc>
              </a:pPr>
              <a:endParaRPr/>
            </a:p>
          </p:txBody>
        </p:sp>
      </p:grpSp>
      <p:sp>
        <p:nvSpPr>
          <p:cNvPr id="13" name="TextBox 13">
            <a:extLst>
              <a:ext uri="{FF2B5EF4-FFF2-40B4-BE49-F238E27FC236}">
                <a16:creationId xmlns:a16="http://schemas.microsoft.com/office/drawing/2014/main" id="{2318C773-1D9C-3CD7-40BD-727B7D4E7CE8}"/>
              </a:ext>
            </a:extLst>
          </p:cNvPr>
          <p:cNvSpPr txBox="1"/>
          <p:nvPr/>
        </p:nvSpPr>
        <p:spPr>
          <a:xfrm>
            <a:off x="12146110" y="1009650"/>
            <a:ext cx="98847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HOME</a:t>
            </a:r>
          </a:p>
        </p:txBody>
      </p:sp>
      <p:sp>
        <p:nvSpPr>
          <p:cNvPr id="14" name="TextBox 14">
            <a:extLst>
              <a:ext uri="{FF2B5EF4-FFF2-40B4-BE49-F238E27FC236}">
                <a16:creationId xmlns:a16="http://schemas.microsoft.com/office/drawing/2014/main" id="{77DF44EA-63BE-F0BC-468B-A5AB3CCDDC0E}"/>
              </a:ext>
            </a:extLst>
          </p:cNvPr>
          <p:cNvSpPr txBox="1"/>
          <p:nvPr/>
        </p:nvSpPr>
        <p:spPr>
          <a:xfrm>
            <a:off x="13660085" y="1009650"/>
            <a:ext cx="151606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DISCUSSION</a:t>
            </a:r>
          </a:p>
        </p:txBody>
      </p:sp>
      <p:sp>
        <p:nvSpPr>
          <p:cNvPr id="15" name="TextBox 15">
            <a:extLst>
              <a:ext uri="{FF2B5EF4-FFF2-40B4-BE49-F238E27FC236}">
                <a16:creationId xmlns:a16="http://schemas.microsoft.com/office/drawing/2014/main" id="{03C764F7-7F94-B7B3-470E-4F91307580A9}"/>
              </a:ext>
            </a:extLst>
          </p:cNvPr>
          <p:cNvSpPr txBox="1"/>
          <p:nvPr/>
        </p:nvSpPr>
        <p:spPr>
          <a:xfrm>
            <a:off x="15701651" y="1009650"/>
            <a:ext cx="1557649" cy="275898"/>
          </a:xfrm>
          <a:prstGeom prst="rect">
            <a:avLst/>
          </a:prstGeom>
        </p:spPr>
        <p:txBody>
          <a:bodyPr lIns="0" tIns="0" rIns="0" bIns="0" rtlCol="0" anchor="t">
            <a:spAutoFit/>
          </a:bodyPr>
          <a:lstStyle/>
          <a:p>
            <a:pPr marL="0" lvl="1" indent="0" algn="ctr">
              <a:lnSpc>
                <a:spcPts val="2186"/>
              </a:lnSpc>
              <a:spcBef>
                <a:spcPct val="0"/>
              </a:spcBef>
            </a:pPr>
            <a:r>
              <a:rPr lang="en-US" sz="1695" b="1">
                <a:solidFill>
                  <a:srgbClr val="FFFFFF"/>
                </a:solidFill>
                <a:latin typeface="TT Fors Bold"/>
                <a:ea typeface="TT Fors Bold"/>
                <a:cs typeface="TT Fors Bold"/>
                <a:sym typeface="TT Fors Bold"/>
              </a:rPr>
              <a:t>CONCLUSION</a:t>
            </a:r>
          </a:p>
        </p:txBody>
      </p:sp>
      <p:sp>
        <p:nvSpPr>
          <p:cNvPr id="19" name="TextBox 19">
            <a:extLst>
              <a:ext uri="{FF2B5EF4-FFF2-40B4-BE49-F238E27FC236}">
                <a16:creationId xmlns:a16="http://schemas.microsoft.com/office/drawing/2014/main" id="{A29D409D-E71F-B019-0EC8-17B666E16307}"/>
              </a:ext>
            </a:extLst>
          </p:cNvPr>
          <p:cNvSpPr txBox="1"/>
          <p:nvPr/>
        </p:nvSpPr>
        <p:spPr>
          <a:xfrm>
            <a:off x="566026" y="2282930"/>
            <a:ext cx="7075676" cy="1064394"/>
          </a:xfrm>
          <a:prstGeom prst="rect">
            <a:avLst/>
          </a:prstGeom>
        </p:spPr>
        <p:txBody>
          <a:bodyPr wrap="square" lIns="0" tIns="0" rIns="0" bIns="0" rtlCol="0" anchor="t">
            <a:spAutoFit/>
          </a:bodyPr>
          <a:lstStyle/>
          <a:p>
            <a:pPr marL="0" lvl="1" indent="0" algn="l">
              <a:lnSpc>
                <a:spcPts val="8288"/>
              </a:lnSpc>
            </a:pPr>
            <a:r>
              <a:rPr lang="en-US" sz="8288" b="1" spc="-331" dirty="0">
                <a:solidFill>
                  <a:srgbClr val="FFFFFF"/>
                </a:solidFill>
                <a:latin typeface="Inter Bold"/>
                <a:ea typeface="Inter Bold"/>
                <a:cs typeface="Inter Bold"/>
                <a:sym typeface="Inter Bold"/>
              </a:rPr>
              <a:t>About Us Page</a:t>
            </a:r>
          </a:p>
        </p:txBody>
      </p:sp>
      <p:sp>
        <p:nvSpPr>
          <p:cNvPr id="20" name="TextBox 20">
            <a:extLst>
              <a:ext uri="{FF2B5EF4-FFF2-40B4-BE49-F238E27FC236}">
                <a16:creationId xmlns:a16="http://schemas.microsoft.com/office/drawing/2014/main" id="{82C903F7-9505-8EA7-FD5E-E6154306B6E2}"/>
              </a:ext>
            </a:extLst>
          </p:cNvPr>
          <p:cNvSpPr txBox="1"/>
          <p:nvPr/>
        </p:nvSpPr>
        <p:spPr>
          <a:xfrm>
            <a:off x="566026" y="3559296"/>
            <a:ext cx="7511174" cy="5416868"/>
          </a:xfrm>
          <a:prstGeom prst="rect">
            <a:avLst/>
          </a:prstGeom>
        </p:spPr>
        <p:txBody>
          <a:bodyPr wrap="square" lIns="0" tIns="0" rIns="0" bIns="0" rtlCol="0" anchor="t">
            <a:spAutoFit/>
          </a:bodyPr>
          <a:lstStyle/>
          <a:p>
            <a:r>
              <a:rPr lang="en-US" sz="3200" dirty="0">
                <a:solidFill>
                  <a:schemeClr val="bg1"/>
                </a:solidFill>
              </a:rPr>
              <a:t>The </a:t>
            </a:r>
            <a:r>
              <a:rPr lang="en-US" sz="3200" b="1" dirty="0">
                <a:solidFill>
                  <a:schemeClr val="bg1"/>
                </a:solidFill>
              </a:rPr>
              <a:t>About Us Page</a:t>
            </a:r>
            <a:r>
              <a:rPr lang="en-US" sz="3200" dirty="0">
                <a:solidFill>
                  <a:schemeClr val="bg1"/>
                </a:solidFill>
              </a:rPr>
              <a:t> is where users can learn more about the </a:t>
            </a:r>
            <a:r>
              <a:rPr lang="en-US" sz="3200" b="1" dirty="0">
                <a:solidFill>
                  <a:schemeClr val="bg1"/>
                </a:solidFill>
              </a:rPr>
              <a:t>purpose, vision, and background</a:t>
            </a:r>
            <a:r>
              <a:rPr lang="en-US" sz="3200" dirty="0">
                <a:solidFill>
                  <a:schemeClr val="bg1"/>
                </a:solidFill>
              </a:rPr>
              <a:t> of the G3 Gadget Webstore. It helps give your project a professional and complete feel by showing the people and ideas behind the store. Highlights the </a:t>
            </a:r>
            <a:r>
              <a:rPr lang="en-US" sz="3200" b="1" dirty="0">
                <a:solidFill>
                  <a:schemeClr val="bg1"/>
                </a:solidFill>
              </a:rPr>
              <a:t>goal of the webstore</a:t>
            </a:r>
            <a:r>
              <a:rPr lang="en-US" sz="3200" dirty="0">
                <a:solidFill>
                  <a:schemeClr val="bg1"/>
                </a:solidFill>
              </a:rPr>
              <a:t>, such as providing a simple, interactive platform to browse and simulate buying gadgets. Shows the </a:t>
            </a:r>
            <a:r>
              <a:rPr lang="en-US" sz="3200" b="1" dirty="0">
                <a:solidFill>
                  <a:schemeClr val="bg1"/>
                </a:solidFill>
              </a:rPr>
              <a:t>educational purpose</a:t>
            </a:r>
            <a:r>
              <a:rPr lang="en-US" sz="3200" dirty="0">
                <a:solidFill>
                  <a:schemeClr val="bg1"/>
                </a:solidFill>
              </a:rPr>
              <a:t> of the project, demonstrating web development skills.</a:t>
            </a:r>
          </a:p>
        </p:txBody>
      </p:sp>
      <p:pic>
        <p:nvPicPr>
          <p:cNvPr id="4" name="Picture 3">
            <a:extLst>
              <a:ext uri="{FF2B5EF4-FFF2-40B4-BE49-F238E27FC236}">
                <a16:creationId xmlns:a16="http://schemas.microsoft.com/office/drawing/2014/main" id="{820D9904-752D-6576-68B9-769DA1A748D8}"/>
              </a:ext>
            </a:extLst>
          </p:cNvPr>
          <p:cNvPicPr>
            <a:picLocks noChangeAspect="1"/>
          </p:cNvPicPr>
          <p:nvPr/>
        </p:nvPicPr>
        <p:blipFill>
          <a:blip r:embed="rId3"/>
          <a:stretch>
            <a:fillRect/>
          </a:stretch>
        </p:blipFill>
        <p:spPr>
          <a:xfrm>
            <a:off x="8643226" y="2875824"/>
            <a:ext cx="9078748" cy="6240155"/>
          </a:xfrm>
          <a:prstGeom prst="rect">
            <a:avLst/>
          </a:prstGeom>
        </p:spPr>
      </p:pic>
    </p:spTree>
    <p:extLst>
      <p:ext uri="{BB962C8B-B14F-4D97-AF65-F5344CB8AC3E}">
        <p14:creationId xmlns:p14="http://schemas.microsoft.com/office/powerpoint/2010/main" val="10903086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AA1BF-C426-2D79-957F-674F8ADDE99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EAEABFE-2401-B472-79E6-1A7068D1ED4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6" name="Group 6">
            <a:extLst>
              <a:ext uri="{FF2B5EF4-FFF2-40B4-BE49-F238E27FC236}">
                <a16:creationId xmlns:a16="http://schemas.microsoft.com/office/drawing/2014/main" id="{1A97BAE9-D0DB-ADAD-9BD8-3D55FCA81F74}"/>
              </a:ext>
            </a:extLst>
          </p:cNvPr>
          <p:cNvGrpSpPr/>
          <p:nvPr/>
        </p:nvGrpSpPr>
        <p:grpSpPr>
          <a:xfrm>
            <a:off x="5486391" y="2948155"/>
            <a:ext cx="1309371" cy="478928"/>
            <a:chOff x="0" y="0"/>
            <a:chExt cx="344855" cy="126137"/>
          </a:xfrm>
        </p:grpSpPr>
        <p:sp>
          <p:nvSpPr>
            <p:cNvPr id="7" name="Freeform 7">
              <a:extLst>
                <a:ext uri="{FF2B5EF4-FFF2-40B4-BE49-F238E27FC236}">
                  <a16:creationId xmlns:a16="http://schemas.microsoft.com/office/drawing/2014/main" id="{73FCFFAD-D28C-A0B0-8D60-4D471F85D377}"/>
                </a:ext>
              </a:extLst>
            </p:cNvPr>
            <p:cNvSpPr/>
            <p:nvPr/>
          </p:nvSpPr>
          <p:spPr>
            <a:xfrm>
              <a:off x="0" y="0"/>
              <a:ext cx="344855" cy="126137"/>
            </a:xfrm>
            <a:custGeom>
              <a:avLst/>
              <a:gdLst/>
              <a:ahLst/>
              <a:cxnLst/>
              <a:rect l="l" t="t" r="r" b="b"/>
              <a:pathLst>
                <a:path w="344855" h="126137">
                  <a:moveTo>
                    <a:pt x="0" y="0"/>
                  </a:moveTo>
                  <a:lnTo>
                    <a:pt x="344855" y="0"/>
                  </a:lnTo>
                  <a:lnTo>
                    <a:pt x="344855" y="126137"/>
                  </a:lnTo>
                  <a:lnTo>
                    <a:pt x="0" y="126137"/>
                  </a:lnTo>
                  <a:close/>
                </a:path>
              </a:pathLst>
            </a:custGeom>
            <a:solidFill>
              <a:srgbClr val="6C0B7B"/>
            </a:solidFill>
          </p:spPr>
        </p:sp>
        <p:sp>
          <p:nvSpPr>
            <p:cNvPr id="8" name="TextBox 8">
              <a:extLst>
                <a:ext uri="{FF2B5EF4-FFF2-40B4-BE49-F238E27FC236}">
                  <a16:creationId xmlns:a16="http://schemas.microsoft.com/office/drawing/2014/main" id="{03C8094E-F27D-27DB-A1B4-C7FA172A43C2}"/>
                </a:ext>
              </a:extLst>
            </p:cNvPr>
            <p:cNvSpPr txBox="1"/>
            <p:nvPr/>
          </p:nvSpPr>
          <p:spPr>
            <a:xfrm>
              <a:off x="0" y="-19050"/>
              <a:ext cx="344855" cy="145187"/>
            </a:xfrm>
            <a:prstGeom prst="rect">
              <a:avLst/>
            </a:prstGeom>
          </p:spPr>
          <p:txBody>
            <a:bodyPr lIns="50800" tIns="50800" rIns="50800" bIns="50800" rtlCol="0" anchor="ctr"/>
            <a:lstStyle/>
            <a:p>
              <a:pPr algn="ctr">
                <a:lnSpc>
                  <a:spcPts val="2186"/>
                </a:lnSpc>
              </a:pPr>
              <a:endParaRPr/>
            </a:p>
          </p:txBody>
        </p:sp>
      </p:grpSp>
      <p:sp>
        <p:nvSpPr>
          <p:cNvPr id="13" name="TextBox 13">
            <a:extLst>
              <a:ext uri="{FF2B5EF4-FFF2-40B4-BE49-F238E27FC236}">
                <a16:creationId xmlns:a16="http://schemas.microsoft.com/office/drawing/2014/main" id="{B74EC848-7D1A-5089-87B6-14D0D3DB2226}"/>
              </a:ext>
            </a:extLst>
          </p:cNvPr>
          <p:cNvSpPr txBox="1"/>
          <p:nvPr/>
        </p:nvSpPr>
        <p:spPr>
          <a:xfrm>
            <a:off x="12146110" y="1009650"/>
            <a:ext cx="98847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HOME</a:t>
            </a:r>
          </a:p>
        </p:txBody>
      </p:sp>
      <p:sp>
        <p:nvSpPr>
          <p:cNvPr id="14" name="TextBox 14">
            <a:extLst>
              <a:ext uri="{FF2B5EF4-FFF2-40B4-BE49-F238E27FC236}">
                <a16:creationId xmlns:a16="http://schemas.microsoft.com/office/drawing/2014/main" id="{571C109B-159E-9091-B85E-B78DBBA1ACD2}"/>
              </a:ext>
            </a:extLst>
          </p:cNvPr>
          <p:cNvSpPr txBox="1"/>
          <p:nvPr/>
        </p:nvSpPr>
        <p:spPr>
          <a:xfrm>
            <a:off x="13660085" y="1009650"/>
            <a:ext cx="151606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DISCUSSION</a:t>
            </a:r>
          </a:p>
        </p:txBody>
      </p:sp>
      <p:sp>
        <p:nvSpPr>
          <p:cNvPr id="15" name="TextBox 15">
            <a:extLst>
              <a:ext uri="{FF2B5EF4-FFF2-40B4-BE49-F238E27FC236}">
                <a16:creationId xmlns:a16="http://schemas.microsoft.com/office/drawing/2014/main" id="{177F5E91-E986-7506-1512-E7561AB859B0}"/>
              </a:ext>
            </a:extLst>
          </p:cNvPr>
          <p:cNvSpPr txBox="1"/>
          <p:nvPr/>
        </p:nvSpPr>
        <p:spPr>
          <a:xfrm>
            <a:off x="15701651" y="1009650"/>
            <a:ext cx="1557649" cy="275898"/>
          </a:xfrm>
          <a:prstGeom prst="rect">
            <a:avLst/>
          </a:prstGeom>
        </p:spPr>
        <p:txBody>
          <a:bodyPr lIns="0" tIns="0" rIns="0" bIns="0" rtlCol="0" anchor="t">
            <a:spAutoFit/>
          </a:bodyPr>
          <a:lstStyle/>
          <a:p>
            <a:pPr marL="0" lvl="1" indent="0" algn="ctr">
              <a:lnSpc>
                <a:spcPts val="2186"/>
              </a:lnSpc>
              <a:spcBef>
                <a:spcPct val="0"/>
              </a:spcBef>
            </a:pPr>
            <a:r>
              <a:rPr lang="en-US" sz="1695" b="1">
                <a:solidFill>
                  <a:srgbClr val="FFFFFF"/>
                </a:solidFill>
                <a:latin typeface="TT Fors Bold"/>
                <a:ea typeface="TT Fors Bold"/>
                <a:cs typeface="TT Fors Bold"/>
                <a:sym typeface="TT Fors Bold"/>
              </a:rPr>
              <a:t>CONCLUSION</a:t>
            </a:r>
          </a:p>
        </p:txBody>
      </p:sp>
      <p:sp>
        <p:nvSpPr>
          <p:cNvPr id="19" name="TextBox 19">
            <a:extLst>
              <a:ext uri="{FF2B5EF4-FFF2-40B4-BE49-F238E27FC236}">
                <a16:creationId xmlns:a16="http://schemas.microsoft.com/office/drawing/2014/main" id="{DB1CEDAE-711A-313B-29C9-D6CC37A8F282}"/>
              </a:ext>
            </a:extLst>
          </p:cNvPr>
          <p:cNvSpPr txBox="1"/>
          <p:nvPr/>
        </p:nvSpPr>
        <p:spPr>
          <a:xfrm>
            <a:off x="287929" y="2277521"/>
            <a:ext cx="8077200" cy="1064394"/>
          </a:xfrm>
          <a:prstGeom prst="rect">
            <a:avLst/>
          </a:prstGeom>
        </p:spPr>
        <p:txBody>
          <a:bodyPr wrap="square" lIns="0" tIns="0" rIns="0" bIns="0" rtlCol="0" anchor="t">
            <a:spAutoFit/>
          </a:bodyPr>
          <a:lstStyle/>
          <a:p>
            <a:pPr marL="0" lvl="1" indent="0" algn="l">
              <a:lnSpc>
                <a:spcPts val="8288"/>
              </a:lnSpc>
            </a:pPr>
            <a:r>
              <a:rPr lang="en-US" sz="8288" b="1" spc="-331" dirty="0">
                <a:solidFill>
                  <a:srgbClr val="FFFFFF"/>
                </a:solidFill>
                <a:latin typeface="Inter Bold"/>
                <a:ea typeface="Inter Bold"/>
                <a:cs typeface="Inter Bold"/>
                <a:sym typeface="Inter Bold"/>
              </a:rPr>
              <a:t>Contact us Page</a:t>
            </a:r>
          </a:p>
        </p:txBody>
      </p:sp>
      <p:sp>
        <p:nvSpPr>
          <p:cNvPr id="20" name="TextBox 20">
            <a:extLst>
              <a:ext uri="{FF2B5EF4-FFF2-40B4-BE49-F238E27FC236}">
                <a16:creationId xmlns:a16="http://schemas.microsoft.com/office/drawing/2014/main" id="{804BAE8D-4914-17A2-E8A0-087A5D19932D}"/>
              </a:ext>
            </a:extLst>
          </p:cNvPr>
          <p:cNvSpPr txBox="1"/>
          <p:nvPr/>
        </p:nvSpPr>
        <p:spPr>
          <a:xfrm>
            <a:off x="566026" y="3559296"/>
            <a:ext cx="7511174" cy="5909310"/>
          </a:xfrm>
          <a:prstGeom prst="rect">
            <a:avLst/>
          </a:prstGeom>
        </p:spPr>
        <p:txBody>
          <a:bodyPr wrap="square" lIns="0" tIns="0" rIns="0" bIns="0" rtlCol="0" anchor="t">
            <a:spAutoFit/>
          </a:bodyPr>
          <a:lstStyle/>
          <a:p>
            <a:r>
              <a:rPr lang="en-US" sz="3200" dirty="0">
                <a:solidFill>
                  <a:schemeClr val="bg1"/>
                </a:solidFill>
              </a:rPr>
              <a:t>The </a:t>
            </a:r>
            <a:r>
              <a:rPr lang="en-US" sz="3200" b="1" dirty="0">
                <a:solidFill>
                  <a:schemeClr val="bg1"/>
                </a:solidFill>
              </a:rPr>
              <a:t>Contact Us Page</a:t>
            </a:r>
            <a:r>
              <a:rPr lang="en-US" sz="3200" dirty="0">
                <a:solidFill>
                  <a:schemeClr val="bg1"/>
                </a:solidFill>
              </a:rPr>
              <a:t> allows users to </a:t>
            </a:r>
            <a:r>
              <a:rPr lang="en-US" sz="3200" b="1" dirty="0">
                <a:solidFill>
                  <a:schemeClr val="bg1"/>
                </a:solidFill>
              </a:rPr>
              <a:t>reach out to the store owners or project creators</a:t>
            </a:r>
            <a:r>
              <a:rPr lang="en-US" sz="3200" dirty="0">
                <a:solidFill>
                  <a:schemeClr val="bg1"/>
                </a:solidFill>
              </a:rPr>
              <a:t> for questions, feedback, or support. It is an important part of a professional webstore, showing how users can communicate with the team. Users can fill out fields such as </a:t>
            </a:r>
            <a:r>
              <a:rPr lang="en-US" sz="3200" b="1" dirty="0">
                <a:solidFill>
                  <a:schemeClr val="bg1"/>
                </a:solidFill>
              </a:rPr>
              <a:t>name, email, subject, and message</a:t>
            </a:r>
            <a:r>
              <a:rPr lang="en-US" sz="3200" dirty="0">
                <a:solidFill>
                  <a:schemeClr val="bg1"/>
                </a:solidFill>
              </a:rPr>
              <a:t>. Makes it easy to simulate sending a message to the webstore team. When users click </a:t>
            </a:r>
            <a:r>
              <a:rPr lang="en-US" sz="3200" b="1" dirty="0">
                <a:solidFill>
                  <a:schemeClr val="bg1"/>
                </a:solidFill>
              </a:rPr>
              <a:t>submit</a:t>
            </a:r>
            <a:r>
              <a:rPr lang="en-US" sz="3200" dirty="0">
                <a:solidFill>
                  <a:schemeClr val="bg1"/>
                </a:solidFill>
              </a:rPr>
              <a:t>, it can show a </a:t>
            </a:r>
            <a:r>
              <a:rPr lang="en-US" sz="3200" b="1" dirty="0">
                <a:solidFill>
                  <a:schemeClr val="bg1"/>
                </a:solidFill>
              </a:rPr>
              <a:t>confirmation message</a:t>
            </a:r>
            <a:r>
              <a:rPr lang="en-US" sz="3200" dirty="0">
                <a:solidFill>
                  <a:schemeClr val="bg1"/>
                </a:solidFill>
              </a:rPr>
              <a:t>. Demonstrates interactive functionality using JavaScript.</a:t>
            </a:r>
          </a:p>
        </p:txBody>
      </p:sp>
      <p:pic>
        <p:nvPicPr>
          <p:cNvPr id="5" name="Picture 4">
            <a:extLst>
              <a:ext uri="{FF2B5EF4-FFF2-40B4-BE49-F238E27FC236}">
                <a16:creationId xmlns:a16="http://schemas.microsoft.com/office/drawing/2014/main" id="{FD69C451-750E-BB16-7E64-D7413C8AFB7E}"/>
              </a:ext>
            </a:extLst>
          </p:cNvPr>
          <p:cNvPicPr>
            <a:picLocks noChangeAspect="1"/>
          </p:cNvPicPr>
          <p:nvPr/>
        </p:nvPicPr>
        <p:blipFill>
          <a:blip r:embed="rId3"/>
          <a:stretch>
            <a:fillRect/>
          </a:stretch>
        </p:blipFill>
        <p:spPr>
          <a:xfrm>
            <a:off x="8653058" y="2875823"/>
            <a:ext cx="9068916" cy="6263971"/>
          </a:xfrm>
          <a:prstGeom prst="rect">
            <a:avLst/>
          </a:prstGeom>
        </p:spPr>
      </p:pic>
    </p:spTree>
    <p:extLst>
      <p:ext uri="{BB962C8B-B14F-4D97-AF65-F5344CB8AC3E}">
        <p14:creationId xmlns:p14="http://schemas.microsoft.com/office/powerpoint/2010/main" val="30703193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B41AB-EBF9-1AE2-56B7-0D86D91B007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7D47CBD-185E-0975-C098-3CF4C13BBCF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6" name="Group 6">
            <a:extLst>
              <a:ext uri="{FF2B5EF4-FFF2-40B4-BE49-F238E27FC236}">
                <a16:creationId xmlns:a16="http://schemas.microsoft.com/office/drawing/2014/main" id="{12CF1E8E-4F1C-C2B2-76F9-1D039AB1E9C9}"/>
              </a:ext>
            </a:extLst>
          </p:cNvPr>
          <p:cNvGrpSpPr/>
          <p:nvPr/>
        </p:nvGrpSpPr>
        <p:grpSpPr>
          <a:xfrm>
            <a:off x="5486391" y="2948155"/>
            <a:ext cx="1309371" cy="478928"/>
            <a:chOff x="0" y="0"/>
            <a:chExt cx="344855" cy="126137"/>
          </a:xfrm>
        </p:grpSpPr>
        <p:sp>
          <p:nvSpPr>
            <p:cNvPr id="7" name="Freeform 7">
              <a:extLst>
                <a:ext uri="{FF2B5EF4-FFF2-40B4-BE49-F238E27FC236}">
                  <a16:creationId xmlns:a16="http://schemas.microsoft.com/office/drawing/2014/main" id="{750D993A-E003-30B5-F796-63EF01059D7E}"/>
                </a:ext>
              </a:extLst>
            </p:cNvPr>
            <p:cNvSpPr/>
            <p:nvPr/>
          </p:nvSpPr>
          <p:spPr>
            <a:xfrm>
              <a:off x="0" y="0"/>
              <a:ext cx="344855" cy="126137"/>
            </a:xfrm>
            <a:custGeom>
              <a:avLst/>
              <a:gdLst/>
              <a:ahLst/>
              <a:cxnLst/>
              <a:rect l="l" t="t" r="r" b="b"/>
              <a:pathLst>
                <a:path w="344855" h="126137">
                  <a:moveTo>
                    <a:pt x="0" y="0"/>
                  </a:moveTo>
                  <a:lnTo>
                    <a:pt x="344855" y="0"/>
                  </a:lnTo>
                  <a:lnTo>
                    <a:pt x="344855" y="126137"/>
                  </a:lnTo>
                  <a:lnTo>
                    <a:pt x="0" y="126137"/>
                  </a:lnTo>
                  <a:close/>
                </a:path>
              </a:pathLst>
            </a:custGeom>
            <a:solidFill>
              <a:srgbClr val="6C0B7B"/>
            </a:solidFill>
          </p:spPr>
        </p:sp>
        <p:sp>
          <p:nvSpPr>
            <p:cNvPr id="8" name="TextBox 8">
              <a:extLst>
                <a:ext uri="{FF2B5EF4-FFF2-40B4-BE49-F238E27FC236}">
                  <a16:creationId xmlns:a16="http://schemas.microsoft.com/office/drawing/2014/main" id="{90511C18-3E14-C148-92A5-0E4FEF3D6BC5}"/>
                </a:ext>
              </a:extLst>
            </p:cNvPr>
            <p:cNvSpPr txBox="1"/>
            <p:nvPr/>
          </p:nvSpPr>
          <p:spPr>
            <a:xfrm>
              <a:off x="0" y="-19050"/>
              <a:ext cx="344855" cy="145187"/>
            </a:xfrm>
            <a:prstGeom prst="rect">
              <a:avLst/>
            </a:prstGeom>
          </p:spPr>
          <p:txBody>
            <a:bodyPr lIns="50800" tIns="50800" rIns="50800" bIns="50800" rtlCol="0" anchor="ctr"/>
            <a:lstStyle/>
            <a:p>
              <a:pPr algn="ctr">
                <a:lnSpc>
                  <a:spcPts val="2186"/>
                </a:lnSpc>
              </a:pPr>
              <a:endParaRPr/>
            </a:p>
          </p:txBody>
        </p:sp>
      </p:grpSp>
      <p:sp>
        <p:nvSpPr>
          <p:cNvPr id="13" name="TextBox 13">
            <a:extLst>
              <a:ext uri="{FF2B5EF4-FFF2-40B4-BE49-F238E27FC236}">
                <a16:creationId xmlns:a16="http://schemas.microsoft.com/office/drawing/2014/main" id="{036918C8-1F84-75A5-33E9-6BB841E302F5}"/>
              </a:ext>
            </a:extLst>
          </p:cNvPr>
          <p:cNvSpPr txBox="1"/>
          <p:nvPr/>
        </p:nvSpPr>
        <p:spPr>
          <a:xfrm>
            <a:off x="12146110" y="1009650"/>
            <a:ext cx="98847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HOME</a:t>
            </a:r>
          </a:p>
        </p:txBody>
      </p:sp>
      <p:sp>
        <p:nvSpPr>
          <p:cNvPr id="14" name="TextBox 14">
            <a:extLst>
              <a:ext uri="{FF2B5EF4-FFF2-40B4-BE49-F238E27FC236}">
                <a16:creationId xmlns:a16="http://schemas.microsoft.com/office/drawing/2014/main" id="{FE8B8FA8-6487-7856-DD5E-01CC209A8323}"/>
              </a:ext>
            </a:extLst>
          </p:cNvPr>
          <p:cNvSpPr txBox="1"/>
          <p:nvPr/>
        </p:nvSpPr>
        <p:spPr>
          <a:xfrm>
            <a:off x="13660085" y="1009650"/>
            <a:ext cx="151606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DISCUSSION</a:t>
            </a:r>
          </a:p>
        </p:txBody>
      </p:sp>
      <p:sp>
        <p:nvSpPr>
          <p:cNvPr id="15" name="TextBox 15">
            <a:extLst>
              <a:ext uri="{FF2B5EF4-FFF2-40B4-BE49-F238E27FC236}">
                <a16:creationId xmlns:a16="http://schemas.microsoft.com/office/drawing/2014/main" id="{11C6B38A-7462-C477-8882-A758C590744C}"/>
              </a:ext>
            </a:extLst>
          </p:cNvPr>
          <p:cNvSpPr txBox="1"/>
          <p:nvPr/>
        </p:nvSpPr>
        <p:spPr>
          <a:xfrm>
            <a:off x="15701651" y="1009650"/>
            <a:ext cx="1557649" cy="275898"/>
          </a:xfrm>
          <a:prstGeom prst="rect">
            <a:avLst/>
          </a:prstGeom>
        </p:spPr>
        <p:txBody>
          <a:bodyPr lIns="0" tIns="0" rIns="0" bIns="0" rtlCol="0" anchor="t">
            <a:spAutoFit/>
          </a:bodyPr>
          <a:lstStyle/>
          <a:p>
            <a:pPr marL="0" lvl="1" indent="0" algn="ctr">
              <a:lnSpc>
                <a:spcPts val="2186"/>
              </a:lnSpc>
              <a:spcBef>
                <a:spcPct val="0"/>
              </a:spcBef>
            </a:pPr>
            <a:r>
              <a:rPr lang="en-US" sz="1695" b="1">
                <a:solidFill>
                  <a:srgbClr val="FFFFFF"/>
                </a:solidFill>
                <a:latin typeface="TT Fors Bold"/>
                <a:ea typeface="TT Fors Bold"/>
                <a:cs typeface="TT Fors Bold"/>
                <a:sym typeface="TT Fors Bold"/>
              </a:rPr>
              <a:t>CONCLUSION</a:t>
            </a:r>
          </a:p>
        </p:txBody>
      </p:sp>
      <p:sp>
        <p:nvSpPr>
          <p:cNvPr id="19" name="TextBox 19">
            <a:extLst>
              <a:ext uri="{FF2B5EF4-FFF2-40B4-BE49-F238E27FC236}">
                <a16:creationId xmlns:a16="http://schemas.microsoft.com/office/drawing/2014/main" id="{3488B5D8-98B8-20F7-9D65-D12243EB8E11}"/>
              </a:ext>
            </a:extLst>
          </p:cNvPr>
          <p:cNvSpPr txBox="1"/>
          <p:nvPr/>
        </p:nvSpPr>
        <p:spPr>
          <a:xfrm>
            <a:off x="536538" y="2269910"/>
            <a:ext cx="7075676" cy="1064394"/>
          </a:xfrm>
          <a:prstGeom prst="rect">
            <a:avLst/>
          </a:prstGeom>
        </p:spPr>
        <p:txBody>
          <a:bodyPr wrap="square" lIns="0" tIns="0" rIns="0" bIns="0" rtlCol="0" anchor="t">
            <a:spAutoFit/>
          </a:bodyPr>
          <a:lstStyle/>
          <a:p>
            <a:pPr marL="0" lvl="1" indent="0" algn="l">
              <a:lnSpc>
                <a:spcPts val="8288"/>
              </a:lnSpc>
            </a:pPr>
            <a:r>
              <a:rPr lang="en-US" sz="8288" b="1" spc="-331" dirty="0">
                <a:solidFill>
                  <a:srgbClr val="FFFFFF"/>
                </a:solidFill>
                <a:latin typeface="Inter Bold"/>
                <a:ea typeface="Inter Bold"/>
                <a:cs typeface="Inter Bold"/>
                <a:sym typeface="Inter Bold"/>
              </a:rPr>
              <a:t>Product Page</a:t>
            </a:r>
          </a:p>
        </p:txBody>
      </p:sp>
      <p:sp>
        <p:nvSpPr>
          <p:cNvPr id="20" name="TextBox 20">
            <a:extLst>
              <a:ext uri="{FF2B5EF4-FFF2-40B4-BE49-F238E27FC236}">
                <a16:creationId xmlns:a16="http://schemas.microsoft.com/office/drawing/2014/main" id="{605A927C-991D-850C-F049-B3EB3C459079}"/>
              </a:ext>
            </a:extLst>
          </p:cNvPr>
          <p:cNvSpPr txBox="1"/>
          <p:nvPr/>
        </p:nvSpPr>
        <p:spPr>
          <a:xfrm>
            <a:off x="7612214" y="5604213"/>
            <a:ext cx="10419159" cy="3231654"/>
          </a:xfrm>
          <a:prstGeom prst="rect">
            <a:avLst/>
          </a:prstGeom>
        </p:spPr>
        <p:txBody>
          <a:bodyPr wrap="square" lIns="0" tIns="0" rIns="0" bIns="0" rtlCol="0" anchor="t">
            <a:spAutoFit/>
          </a:bodyPr>
          <a:lstStyle/>
          <a:p>
            <a:r>
              <a:rPr lang="en-US" sz="3000" dirty="0">
                <a:solidFill>
                  <a:schemeClr val="bg1"/>
                </a:solidFill>
              </a:rPr>
              <a:t>The </a:t>
            </a:r>
            <a:r>
              <a:rPr lang="en-US" sz="3000" b="1" dirty="0">
                <a:solidFill>
                  <a:schemeClr val="bg1"/>
                </a:solidFill>
              </a:rPr>
              <a:t>Product Page</a:t>
            </a:r>
            <a:r>
              <a:rPr lang="en-US" sz="3000" dirty="0">
                <a:solidFill>
                  <a:schemeClr val="bg1"/>
                </a:solidFill>
              </a:rPr>
              <a:t> is where users can see all the gadgets available in our store. It is designed to be simple, organized, and easy to navigate.</a:t>
            </a:r>
            <a:r>
              <a:rPr lang="en-US" sz="3000" b="1" dirty="0">
                <a:solidFill>
                  <a:schemeClr val="bg1"/>
                </a:solidFill>
              </a:rPr>
              <a:t> </a:t>
            </a:r>
            <a:r>
              <a:rPr lang="en-US" sz="3000" dirty="0">
                <a:solidFill>
                  <a:schemeClr val="bg1"/>
                </a:solidFill>
              </a:rPr>
              <a:t>Each product is shown with an image, name, price. The layout allow user to see multiple products at once . Users can use search for product using search bar, making it easy to find a specific gadgets. When a product is added to the cart, the cart count updates automatically</a:t>
            </a:r>
            <a:r>
              <a:rPr lang="en-US" sz="3000" b="1" dirty="0">
                <a:solidFill>
                  <a:schemeClr val="bg1"/>
                </a:solidFill>
              </a:rPr>
              <a:t>.  </a:t>
            </a:r>
            <a:endParaRPr lang="en-US" sz="3000" dirty="0">
              <a:solidFill>
                <a:schemeClr val="bg1"/>
              </a:solidFill>
            </a:endParaRPr>
          </a:p>
        </p:txBody>
      </p:sp>
      <p:pic>
        <p:nvPicPr>
          <p:cNvPr id="25" name="Picture 24">
            <a:extLst>
              <a:ext uri="{FF2B5EF4-FFF2-40B4-BE49-F238E27FC236}">
                <a16:creationId xmlns:a16="http://schemas.microsoft.com/office/drawing/2014/main" id="{78EDAC9D-5E90-141C-FA1E-3E1BFD3A16D4}"/>
              </a:ext>
            </a:extLst>
          </p:cNvPr>
          <p:cNvPicPr>
            <a:picLocks noChangeAspect="1"/>
          </p:cNvPicPr>
          <p:nvPr/>
        </p:nvPicPr>
        <p:blipFill>
          <a:blip r:embed="rId3"/>
          <a:stretch>
            <a:fillRect/>
          </a:stretch>
        </p:blipFill>
        <p:spPr>
          <a:xfrm>
            <a:off x="377661" y="4677365"/>
            <a:ext cx="6966284" cy="4158502"/>
          </a:xfrm>
          <a:prstGeom prst="rect">
            <a:avLst/>
          </a:prstGeom>
        </p:spPr>
      </p:pic>
      <p:pic>
        <p:nvPicPr>
          <p:cNvPr id="27" name="Picture 26">
            <a:extLst>
              <a:ext uri="{FF2B5EF4-FFF2-40B4-BE49-F238E27FC236}">
                <a16:creationId xmlns:a16="http://schemas.microsoft.com/office/drawing/2014/main" id="{09CE5503-458D-49DE-6555-A3DF4578E559}"/>
              </a:ext>
            </a:extLst>
          </p:cNvPr>
          <p:cNvPicPr>
            <a:picLocks noChangeAspect="1"/>
          </p:cNvPicPr>
          <p:nvPr/>
        </p:nvPicPr>
        <p:blipFill>
          <a:blip r:embed="rId4"/>
          <a:stretch>
            <a:fillRect/>
          </a:stretch>
        </p:blipFill>
        <p:spPr>
          <a:xfrm>
            <a:off x="8148752" y="1790700"/>
            <a:ext cx="9707076" cy="3352800"/>
          </a:xfrm>
          <a:prstGeom prst="rect">
            <a:avLst/>
          </a:prstGeom>
        </p:spPr>
      </p:pic>
    </p:spTree>
    <p:extLst>
      <p:ext uri="{BB962C8B-B14F-4D97-AF65-F5344CB8AC3E}">
        <p14:creationId xmlns:p14="http://schemas.microsoft.com/office/powerpoint/2010/main" val="25005771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64FFC-003E-F155-36CA-0C5E34377F7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563D484-C7CE-F035-3AD8-5D01230EF95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6" name="Group 6">
            <a:extLst>
              <a:ext uri="{FF2B5EF4-FFF2-40B4-BE49-F238E27FC236}">
                <a16:creationId xmlns:a16="http://schemas.microsoft.com/office/drawing/2014/main" id="{2B1A930A-F8E7-9A3F-6479-42148D2DB3D7}"/>
              </a:ext>
            </a:extLst>
          </p:cNvPr>
          <p:cNvGrpSpPr/>
          <p:nvPr/>
        </p:nvGrpSpPr>
        <p:grpSpPr>
          <a:xfrm>
            <a:off x="5486391" y="2948155"/>
            <a:ext cx="1309371" cy="478928"/>
            <a:chOff x="0" y="0"/>
            <a:chExt cx="344855" cy="126137"/>
          </a:xfrm>
        </p:grpSpPr>
        <p:sp>
          <p:nvSpPr>
            <p:cNvPr id="7" name="Freeform 7">
              <a:extLst>
                <a:ext uri="{FF2B5EF4-FFF2-40B4-BE49-F238E27FC236}">
                  <a16:creationId xmlns:a16="http://schemas.microsoft.com/office/drawing/2014/main" id="{13D848B4-C97F-E5A9-9AE7-059296C58854}"/>
                </a:ext>
              </a:extLst>
            </p:cNvPr>
            <p:cNvSpPr/>
            <p:nvPr/>
          </p:nvSpPr>
          <p:spPr>
            <a:xfrm>
              <a:off x="0" y="0"/>
              <a:ext cx="344855" cy="126137"/>
            </a:xfrm>
            <a:custGeom>
              <a:avLst/>
              <a:gdLst/>
              <a:ahLst/>
              <a:cxnLst/>
              <a:rect l="l" t="t" r="r" b="b"/>
              <a:pathLst>
                <a:path w="344855" h="126137">
                  <a:moveTo>
                    <a:pt x="0" y="0"/>
                  </a:moveTo>
                  <a:lnTo>
                    <a:pt x="344855" y="0"/>
                  </a:lnTo>
                  <a:lnTo>
                    <a:pt x="344855" y="126137"/>
                  </a:lnTo>
                  <a:lnTo>
                    <a:pt x="0" y="126137"/>
                  </a:lnTo>
                  <a:close/>
                </a:path>
              </a:pathLst>
            </a:custGeom>
            <a:solidFill>
              <a:srgbClr val="6C0B7B"/>
            </a:solidFill>
          </p:spPr>
        </p:sp>
        <p:sp>
          <p:nvSpPr>
            <p:cNvPr id="8" name="TextBox 8">
              <a:extLst>
                <a:ext uri="{FF2B5EF4-FFF2-40B4-BE49-F238E27FC236}">
                  <a16:creationId xmlns:a16="http://schemas.microsoft.com/office/drawing/2014/main" id="{2FE2DDE9-BC33-1AF3-2731-4DF4EF82A837}"/>
                </a:ext>
              </a:extLst>
            </p:cNvPr>
            <p:cNvSpPr txBox="1"/>
            <p:nvPr/>
          </p:nvSpPr>
          <p:spPr>
            <a:xfrm>
              <a:off x="0" y="-19050"/>
              <a:ext cx="344855" cy="145187"/>
            </a:xfrm>
            <a:prstGeom prst="rect">
              <a:avLst/>
            </a:prstGeom>
          </p:spPr>
          <p:txBody>
            <a:bodyPr lIns="50800" tIns="50800" rIns="50800" bIns="50800" rtlCol="0" anchor="ctr"/>
            <a:lstStyle/>
            <a:p>
              <a:pPr algn="ctr">
                <a:lnSpc>
                  <a:spcPts val="2186"/>
                </a:lnSpc>
              </a:pPr>
              <a:endParaRPr/>
            </a:p>
          </p:txBody>
        </p:sp>
      </p:grpSp>
      <p:sp>
        <p:nvSpPr>
          <p:cNvPr id="13" name="TextBox 13">
            <a:extLst>
              <a:ext uri="{FF2B5EF4-FFF2-40B4-BE49-F238E27FC236}">
                <a16:creationId xmlns:a16="http://schemas.microsoft.com/office/drawing/2014/main" id="{72104515-C773-2331-8C86-47D754556696}"/>
              </a:ext>
            </a:extLst>
          </p:cNvPr>
          <p:cNvSpPr txBox="1"/>
          <p:nvPr/>
        </p:nvSpPr>
        <p:spPr>
          <a:xfrm>
            <a:off x="12146110" y="1009650"/>
            <a:ext cx="98847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HOME</a:t>
            </a:r>
          </a:p>
        </p:txBody>
      </p:sp>
      <p:sp>
        <p:nvSpPr>
          <p:cNvPr id="14" name="TextBox 14">
            <a:extLst>
              <a:ext uri="{FF2B5EF4-FFF2-40B4-BE49-F238E27FC236}">
                <a16:creationId xmlns:a16="http://schemas.microsoft.com/office/drawing/2014/main" id="{C6A7975A-FD13-8715-7116-C01191EB1D3A}"/>
              </a:ext>
            </a:extLst>
          </p:cNvPr>
          <p:cNvSpPr txBox="1"/>
          <p:nvPr/>
        </p:nvSpPr>
        <p:spPr>
          <a:xfrm>
            <a:off x="13660085" y="1009650"/>
            <a:ext cx="151606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DISCUSSION</a:t>
            </a:r>
          </a:p>
        </p:txBody>
      </p:sp>
      <p:sp>
        <p:nvSpPr>
          <p:cNvPr id="15" name="TextBox 15">
            <a:extLst>
              <a:ext uri="{FF2B5EF4-FFF2-40B4-BE49-F238E27FC236}">
                <a16:creationId xmlns:a16="http://schemas.microsoft.com/office/drawing/2014/main" id="{425F8C1F-918C-7C9A-151F-9FD0ADF34073}"/>
              </a:ext>
            </a:extLst>
          </p:cNvPr>
          <p:cNvSpPr txBox="1"/>
          <p:nvPr/>
        </p:nvSpPr>
        <p:spPr>
          <a:xfrm>
            <a:off x="15701651" y="1009650"/>
            <a:ext cx="1557649" cy="275898"/>
          </a:xfrm>
          <a:prstGeom prst="rect">
            <a:avLst/>
          </a:prstGeom>
        </p:spPr>
        <p:txBody>
          <a:bodyPr lIns="0" tIns="0" rIns="0" bIns="0" rtlCol="0" anchor="t">
            <a:spAutoFit/>
          </a:bodyPr>
          <a:lstStyle/>
          <a:p>
            <a:pPr marL="0" lvl="1" indent="0" algn="ctr">
              <a:lnSpc>
                <a:spcPts val="2186"/>
              </a:lnSpc>
              <a:spcBef>
                <a:spcPct val="0"/>
              </a:spcBef>
            </a:pPr>
            <a:r>
              <a:rPr lang="en-US" sz="1695" b="1">
                <a:solidFill>
                  <a:srgbClr val="FFFFFF"/>
                </a:solidFill>
                <a:latin typeface="TT Fors Bold"/>
                <a:ea typeface="TT Fors Bold"/>
                <a:cs typeface="TT Fors Bold"/>
                <a:sym typeface="TT Fors Bold"/>
              </a:rPr>
              <a:t>CONCLUSION</a:t>
            </a:r>
          </a:p>
        </p:txBody>
      </p:sp>
      <p:sp>
        <p:nvSpPr>
          <p:cNvPr id="19" name="TextBox 19">
            <a:extLst>
              <a:ext uri="{FF2B5EF4-FFF2-40B4-BE49-F238E27FC236}">
                <a16:creationId xmlns:a16="http://schemas.microsoft.com/office/drawing/2014/main" id="{D8C179FB-8F0B-C106-33AC-C63BCBDB5311}"/>
              </a:ext>
            </a:extLst>
          </p:cNvPr>
          <p:cNvSpPr txBox="1"/>
          <p:nvPr/>
        </p:nvSpPr>
        <p:spPr>
          <a:xfrm>
            <a:off x="566026" y="2095500"/>
            <a:ext cx="7075676" cy="2128788"/>
          </a:xfrm>
          <a:prstGeom prst="rect">
            <a:avLst/>
          </a:prstGeom>
        </p:spPr>
        <p:txBody>
          <a:bodyPr wrap="square" lIns="0" tIns="0" rIns="0" bIns="0" rtlCol="0" anchor="t">
            <a:spAutoFit/>
          </a:bodyPr>
          <a:lstStyle/>
          <a:p>
            <a:pPr marL="0" lvl="1" indent="0" algn="l">
              <a:lnSpc>
                <a:spcPts val="8288"/>
              </a:lnSpc>
            </a:pPr>
            <a:r>
              <a:rPr lang="en-US" sz="8288" b="1" spc="-331" dirty="0">
                <a:solidFill>
                  <a:srgbClr val="FFFFFF"/>
                </a:solidFill>
                <a:latin typeface="Inter Bold"/>
                <a:ea typeface="Inter Bold"/>
                <a:cs typeface="Inter Bold"/>
                <a:sym typeface="Inter Bold"/>
              </a:rPr>
              <a:t>Product Details Page</a:t>
            </a:r>
          </a:p>
        </p:txBody>
      </p:sp>
      <p:sp>
        <p:nvSpPr>
          <p:cNvPr id="20" name="TextBox 20">
            <a:extLst>
              <a:ext uri="{FF2B5EF4-FFF2-40B4-BE49-F238E27FC236}">
                <a16:creationId xmlns:a16="http://schemas.microsoft.com/office/drawing/2014/main" id="{C1F9279B-D470-FE90-47BA-3C7684C3DA82}"/>
              </a:ext>
            </a:extLst>
          </p:cNvPr>
          <p:cNvSpPr txBox="1"/>
          <p:nvPr/>
        </p:nvSpPr>
        <p:spPr>
          <a:xfrm>
            <a:off x="566026" y="4457700"/>
            <a:ext cx="7511174" cy="4924425"/>
          </a:xfrm>
          <a:prstGeom prst="rect">
            <a:avLst/>
          </a:prstGeom>
        </p:spPr>
        <p:txBody>
          <a:bodyPr wrap="square" lIns="0" tIns="0" rIns="0" bIns="0" rtlCol="0" anchor="t">
            <a:spAutoFit/>
          </a:bodyPr>
          <a:lstStyle/>
          <a:p>
            <a:r>
              <a:rPr lang="en-US" sz="3200" dirty="0">
                <a:solidFill>
                  <a:schemeClr val="bg1"/>
                </a:solidFill>
              </a:rPr>
              <a:t>The </a:t>
            </a:r>
            <a:r>
              <a:rPr lang="en-US" sz="3200" b="1" dirty="0">
                <a:solidFill>
                  <a:schemeClr val="bg1"/>
                </a:solidFill>
              </a:rPr>
              <a:t>Product Details Page</a:t>
            </a:r>
            <a:r>
              <a:rPr lang="en-US" sz="3200" dirty="0">
                <a:solidFill>
                  <a:schemeClr val="bg1"/>
                </a:solidFill>
              </a:rPr>
              <a:t> is designed to give users </a:t>
            </a:r>
            <a:r>
              <a:rPr lang="en-US" sz="3200" b="1" dirty="0">
                <a:solidFill>
                  <a:schemeClr val="bg1"/>
                </a:solidFill>
              </a:rPr>
              <a:t>more information about a specific gadget</a:t>
            </a:r>
            <a:r>
              <a:rPr lang="en-US" sz="3200" dirty="0">
                <a:solidFill>
                  <a:schemeClr val="bg1"/>
                </a:solidFill>
              </a:rPr>
              <a:t> before they decide to purchase it. It complements the Product Page by providing a detailed view of the selected item. Shows the name of the product and its price clearly, making it easy for users to know exactly what they are buying. Includes specification, features, or any important details about the gadget.</a:t>
            </a:r>
            <a:endParaRPr lang="en-US" sz="3000" dirty="0">
              <a:solidFill>
                <a:schemeClr val="bg1"/>
              </a:solidFill>
            </a:endParaRPr>
          </a:p>
        </p:txBody>
      </p:sp>
      <p:pic>
        <p:nvPicPr>
          <p:cNvPr id="9" name="Picture 8">
            <a:extLst>
              <a:ext uri="{FF2B5EF4-FFF2-40B4-BE49-F238E27FC236}">
                <a16:creationId xmlns:a16="http://schemas.microsoft.com/office/drawing/2014/main" id="{5C5692C5-9ED5-2F23-5838-6BB9A849AEA7}"/>
              </a:ext>
            </a:extLst>
          </p:cNvPr>
          <p:cNvPicPr>
            <a:picLocks noChangeAspect="1"/>
          </p:cNvPicPr>
          <p:nvPr/>
        </p:nvPicPr>
        <p:blipFill>
          <a:blip r:embed="rId3"/>
          <a:stretch>
            <a:fillRect/>
          </a:stretch>
        </p:blipFill>
        <p:spPr>
          <a:xfrm>
            <a:off x="9067800" y="2628900"/>
            <a:ext cx="8654174" cy="6400800"/>
          </a:xfrm>
          <a:prstGeom prst="rect">
            <a:avLst/>
          </a:prstGeom>
        </p:spPr>
      </p:pic>
    </p:spTree>
    <p:extLst>
      <p:ext uri="{BB962C8B-B14F-4D97-AF65-F5344CB8AC3E}">
        <p14:creationId xmlns:p14="http://schemas.microsoft.com/office/powerpoint/2010/main" val="11926105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C4DD4-3C8D-458C-0879-367F85DC264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5E5B39C-CB65-BD80-0DB6-4D704F4D37B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6" name="Group 6">
            <a:extLst>
              <a:ext uri="{FF2B5EF4-FFF2-40B4-BE49-F238E27FC236}">
                <a16:creationId xmlns:a16="http://schemas.microsoft.com/office/drawing/2014/main" id="{7494023D-0207-93A0-E4D5-A37F037ABD42}"/>
              </a:ext>
            </a:extLst>
          </p:cNvPr>
          <p:cNvGrpSpPr/>
          <p:nvPr/>
        </p:nvGrpSpPr>
        <p:grpSpPr>
          <a:xfrm>
            <a:off x="5486391" y="2948155"/>
            <a:ext cx="1309371" cy="478928"/>
            <a:chOff x="0" y="0"/>
            <a:chExt cx="344855" cy="126137"/>
          </a:xfrm>
        </p:grpSpPr>
        <p:sp>
          <p:nvSpPr>
            <p:cNvPr id="7" name="Freeform 7">
              <a:extLst>
                <a:ext uri="{FF2B5EF4-FFF2-40B4-BE49-F238E27FC236}">
                  <a16:creationId xmlns:a16="http://schemas.microsoft.com/office/drawing/2014/main" id="{2D41492A-3584-6009-D0C2-BC80FB967041}"/>
                </a:ext>
              </a:extLst>
            </p:cNvPr>
            <p:cNvSpPr/>
            <p:nvPr/>
          </p:nvSpPr>
          <p:spPr>
            <a:xfrm>
              <a:off x="0" y="0"/>
              <a:ext cx="344855" cy="126137"/>
            </a:xfrm>
            <a:custGeom>
              <a:avLst/>
              <a:gdLst/>
              <a:ahLst/>
              <a:cxnLst/>
              <a:rect l="l" t="t" r="r" b="b"/>
              <a:pathLst>
                <a:path w="344855" h="126137">
                  <a:moveTo>
                    <a:pt x="0" y="0"/>
                  </a:moveTo>
                  <a:lnTo>
                    <a:pt x="344855" y="0"/>
                  </a:lnTo>
                  <a:lnTo>
                    <a:pt x="344855" y="126137"/>
                  </a:lnTo>
                  <a:lnTo>
                    <a:pt x="0" y="126137"/>
                  </a:lnTo>
                  <a:close/>
                </a:path>
              </a:pathLst>
            </a:custGeom>
            <a:solidFill>
              <a:srgbClr val="6C0B7B"/>
            </a:solidFill>
          </p:spPr>
        </p:sp>
        <p:sp>
          <p:nvSpPr>
            <p:cNvPr id="8" name="TextBox 8">
              <a:extLst>
                <a:ext uri="{FF2B5EF4-FFF2-40B4-BE49-F238E27FC236}">
                  <a16:creationId xmlns:a16="http://schemas.microsoft.com/office/drawing/2014/main" id="{E38CD27F-53EE-BE09-7510-67018ED88F25}"/>
                </a:ext>
              </a:extLst>
            </p:cNvPr>
            <p:cNvSpPr txBox="1"/>
            <p:nvPr/>
          </p:nvSpPr>
          <p:spPr>
            <a:xfrm>
              <a:off x="0" y="-19050"/>
              <a:ext cx="344855" cy="145187"/>
            </a:xfrm>
            <a:prstGeom prst="rect">
              <a:avLst/>
            </a:prstGeom>
          </p:spPr>
          <p:txBody>
            <a:bodyPr lIns="50800" tIns="50800" rIns="50800" bIns="50800" rtlCol="0" anchor="ctr"/>
            <a:lstStyle/>
            <a:p>
              <a:pPr algn="ctr">
                <a:lnSpc>
                  <a:spcPts val="2186"/>
                </a:lnSpc>
              </a:pPr>
              <a:endParaRPr/>
            </a:p>
          </p:txBody>
        </p:sp>
      </p:grpSp>
      <p:sp>
        <p:nvSpPr>
          <p:cNvPr id="13" name="TextBox 13">
            <a:extLst>
              <a:ext uri="{FF2B5EF4-FFF2-40B4-BE49-F238E27FC236}">
                <a16:creationId xmlns:a16="http://schemas.microsoft.com/office/drawing/2014/main" id="{FDAF7C91-742A-A421-0457-2BC357027575}"/>
              </a:ext>
            </a:extLst>
          </p:cNvPr>
          <p:cNvSpPr txBox="1"/>
          <p:nvPr/>
        </p:nvSpPr>
        <p:spPr>
          <a:xfrm>
            <a:off x="12146110" y="1009650"/>
            <a:ext cx="98847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HOME</a:t>
            </a:r>
          </a:p>
        </p:txBody>
      </p:sp>
      <p:sp>
        <p:nvSpPr>
          <p:cNvPr id="14" name="TextBox 14">
            <a:extLst>
              <a:ext uri="{FF2B5EF4-FFF2-40B4-BE49-F238E27FC236}">
                <a16:creationId xmlns:a16="http://schemas.microsoft.com/office/drawing/2014/main" id="{46892EE2-B75F-BF1F-314C-1737D6744488}"/>
              </a:ext>
            </a:extLst>
          </p:cNvPr>
          <p:cNvSpPr txBox="1"/>
          <p:nvPr/>
        </p:nvSpPr>
        <p:spPr>
          <a:xfrm>
            <a:off x="13660085" y="1009650"/>
            <a:ext cx="151606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DISCUSSION</a:t>
            </a:r>
          </a:p>
        </p:txBody>
      </p:sp>
      <p:sp>
        <p:nvSpPr>
          <p:cNvPr id="15" name="TextBox 15">
            <a:extLst>
              <a:ext uri="{FF2B5EF4-FFF2-40B4-BE49-F238E27FC236}">
                <a16:creationId xmlns:a16="http://schemas.microsoft.com/office/drawing/2014/main" id="{EAFC31E6-A09E-BABA-8CCD-F35790DC33CF}"/>
              </a:ext>
            </a:extLst>
          </p:cNvPr>
          <p:cNvSpPr txBox="1"/>
          <p:nvPr/>
        </p:nvSpPr>
        <p:spPr>
          <a:xfrm>
            <a:off x="15701651" y="1009650"/>
            <a:ext cx="1557649" cy="275898"/>
          </a:xfrm>
          <a:prstGeom prst="rect">
            <a:avLst/>
          </a:prstGeom>
        </p:spPr>
        <p:txBody>
          <a:bodyPr lIns="0" tIns="0" rIns="0" bIns="0" rtlCol="0" anchor="t">
            <a:spAutoFit/>
          </a:bodyPr>
          <a:lstStyle/>
          <a:p>
            <a:pPr marL="0" lvl="1" indent="0" algn="ctr">
              <a:lnSpc>
                <a:spcPts val="2186"/>
              </a:lnSpc>
              <a:spcBef>
                <a:spcPct val="0"/>
              </a:spcBef>
            </a:pPr>
            <a:r>
              <a:rPr lang="en-US" sz="1695" b="1">
                <a:solidFill>
                  <a:srgbClr val="FFFFFF"/>
                </a:solidFill>
                <a:latin typeface="TT Fors Bold"/>
                <a:ea typeface="TT Fors Bold"/>
                <a:cs typeface="TT Fors Bold"/>
                <a:sym typeface="TT Fors Bold"/>
              </a:rPr>
              <a:t>CONCLUSION</a:t>
            </a:r>
          </a:p>
        </p:txBody>
      </p:sp>
      <p:sp>
        <p:nvSpPr>
          <p:cNvPr id="19" name="TextBox 19">
            <a:extLst>
              <a:ext uri="{FF2B5EF4-FFF2-40B4-BE49-F238E27FC236}">
                <a16:creationId xmlns:a16="http://schemas.microsoft.com/office/drawing/2014/main" id="{D0D17AB2-3359-0A5B-0AFA-00B8D2078BD4}"/>
              </a:ext>
            </a:extLst>
          </p:cNvPr>
          <p:cNvSpPr txBox="1"/>
          <p:nvPr/>
        </p:nvSpPr>
        <p:spPr>
          <a:xfrm>
            <a:off x="566026" y="2095500"/>
            <a:ext cx="7075676" cy="1064394"/>
          </a:xfrm>
          <a:prstGeom prst="rect">
            <a:avLst/>
          </a:prstGeom>
        </p:spPr>
        <p:txBody>
          <a:bodyPr wrap="square" lIns="0" tIns="0" rIns="0" bIns="0" rtlCol="0" anchor="t">
            <a:spAutoFit/>
          </a:bodyPr>
          <a:lstStyle/>
          <a:p>
            <a:pPr marL="0" lvl="1" indent="0" algn="l">
              <a:lnSpc>
                <a:spcPts val="8288"/>
              </a:lnSpc>
            </a:pPr>
            <a:r>
              <a:rPr lang="en-US" sz="8288" b="1" spc="-331" dirty="0">
                <a:solidFill>
                  <a:srgbClr val="FFFFFF"/>
                </a:solidFill>
                <a:latin typeface="Inter Bold"/>
                <a:ea typeface="Inter Bold"/>
                <a:cs typeface="Inter Bold"/>
                <a:sym typeface="Inter Bold"/>
              </a:rPr>
              <a:t>Cart Page</a:t>
            </a:r>
          </a:p>
        </p:txBody>
      </p:sp>
      <p:sp>
        <p:nvSpPr>
          <p:cNvPr id="20" name="TextBox 20">
            <a:extLst>
              <a:ext uri="{FF2B5EF4-FFF2-40B4-BE49-F238E27FC236}">
                <a16:creationId xmlns:a16="http://schemas.microsoft.com/office/drawing/2014/main" id="{6E9EDDDE-BFE6-E7C5-8815-70A452385C6C}"/>
              </a:ext>
            </a:extLst>
          </p:cNvPr>
          <p:cNvSpPr txBox="1"/>
          <p:nvPr/>
        </p:nvSpPr>
        <p:spPr>
          <a:xfrm>
            <a:off x="566026" y="3499414"/>
            <a:ext cx="7511174" cy="6247864"/>
          </a:xfrm>
          <a:prstGeom prst="rect">
            <a:avLst/>
          </a:prstGeom>
        </p:spPr>
        <p:txBody>
          <a:bodyPr wrap="square" lIns="0" tIns="0" rIns="0" bIns="0" rtlCol="0" anchor="t">
            <a:spAutoFit/>
          </a:bodyPr>
          <a:lstStyle/>
          <a:p>
            <a:r>
              <a:rPr lang="en-US" sz="2900" dirty="0">
                <a:solidFill>
                  <a:schemeClr val="bg1"/>
                </a:solidFill>
              </a:rPr>
              <a:t>The </a:t>
            </a:r>
            <a:r>
              <a:rPr lang="en-US" sz="2900" b="1" dirty="0">
                <a:solidFill>
                  <a:schemeClr val="bg1"/>
                </a:solidFill>
              </a:rPr>
              <a:t>Cart Page</a:t>
            </a:r>
            <a:r>
              <a:rPr lang="en-US" sz="2900" dirty="0">
                <a:solidFill>
                  <a:schemeClr val="bg1"/>
                </a:solidFill>
              </a:rPr>
              <a:t> is where users can </a:t>
            </a:r>
            <a:r>
              <a:rPr lang="en-US" sz="2900" b="1" dirty="0">
                <a:solidFill>
                  <a:schemeClr val="bg1"/>
                </a:solidFill>
              </a:rPr>
              <a:t>review the items they have added</a:t>
            </a:r>
            <a:r>
              <a:rPr lang="en-US" sz="2900" dirty="0">
                <a:solidFill>
                  <a:schemeClr val="bg1"/>
                </a:solidFill>
              </a:rPr>
              <a:t> before proceeding to checkout. It is a key part of the webstore, showing how products are managed and prepared for purchase. Displays each selected product with its </a:t>
            </a:r>
            <a:r>
              <a:rPr lang="en-US" sz="2900" b="1" dirty="0">
                <a:solidFill>
                  <a:schemeClr val="bg1"/>
                </a:solidFill>
              </a:rPr>
              <a:t>image, name and price</a:t>
            </a:r>
            <a:r>
              <a:rPr lang="en-US" sz="2900" dirty="0">
                <a:solidFill>
                  <a:schemeClr val="bg1"/>
                </a:solidFill>
              </a:rPr>
              <a:t>. Allows users to see exactly what they are buying. Users can remove items (if implemented). Shows the </a:t>
            </a:r>
            <a:r>
              <a:rPr lang="en-US" sz="2900" b="1" dirty="0">
                <a:solidFill>
                  <a:schemeClr val="bg1"/>
                </a:solidFill>
              </a:rPr>
              <a:t>total price</a:t>
            </a:r>
            <a:r>
              <a:rPr lang="en-US" sz="2900" dirty="0">
                <a:solidFill>
                  <a:schemeClr val="bg1"/>
                </a:solidFill>
              </a:rPr>
              <a:t> for all items in the cart. </a:t>
            </a:r>
            <a:r>
              <a:rPr lang="en-US" sz="2900" b="1" dirty="0">
                <a:solidFill>
                  <a:schemeClr val="bg1"/>
                </a:solidFill>
              </a:rPr>
              <a:t>Add to Cart updates </a:t>
            </a:r>
            <a:r>
              <a:rPr lang="en-US" sz="2900" dirty="0">
                <a:solidFill>
                  <a:schemeClr val="bg1"/>
                </a:solidFill>
              </a:rPr>
              <a:t> When a product is added from the Product Page, it appears immediately in the cart. The total cost updates automatically based on the quantity and items. Shows the number of products added in the cart.</a:t>
            </a:r>
          </a:p>
        </p:txBody>
      </p:sp>
      <p:pic>
        <p:nvPicPr>
          <p:cNvPr id="10" name="Picture 9">
            <a:extLst>
              <a:ext uri="{FF2B5EF4-FFF2-40B4-BE49-F238E27FC236}">
                <a16:creationId xmlns:a16="http://schemas.microsoft.com/office/drawing/2014/main" id="{4D6C6643-66FF-2EBD-D745-969E0B2A6F0C}"/>
              </a:ext>
            </a:extLst>
          </p:cNvPr>
          <p:cNvPicPr>
            <a:picLocks noChangeAspect="1"/>
          </p:cNvPicPr>
          <p:nvPr/>
        </p:nvPicPr>
        <p:blipFill>
          <a:blip r:embed="rId3"/>
          <a:stretch>
            <a:fillRect/>
          </a:stretch>
        </p:blipFill>
        <p:spPr>
          <a:xfrm>
            <a:off x="8667807" y="2572606"/>
            <a:ext cx="9078748" cy="6427336"/>
          </a:xfrm>
          <a:prstGeom prst="rect">
            <a:avLst/>
          </a:prstGeom>
        </p:spPr>
      </p:pic>
    </p:spTree>
    <p:extLst>
      <p:ext uri="{BB962C8B-B14F-4D97-AF65-F5344CB8AC3E}">
        <p14:creationId xmlns:p14="http://schemas.microsoft.com/office/powerpoint/2010/main" val="14868613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C0391-1B49-99C0-40B2-06BCCB22316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CA02FDF-32E5-50E6-5571-86328870C3E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6" name="Group 6">
            <a:extLst>
              <a:ext uri="{FF2B5EF4-FFF2-40B4-BE49-F238E27FC236}">
                <a16:creationId xmlns:a16="http://schemas.microsoft.com/office/drawing/2014/main" id="{BC2616BA-434C-F488-482D-E385517EC976}"/>
              </a:ext>
            </a:extLst>
          </p:cNvPr>
          <p:cNvGrpSpPr/>
          <p:nvPr/>
        </p:nvGrpSpPr>
        <p:grpSpPr>
          <a:xfrm>
            <a:off x="5486391" y="2948155"/>
            <a:ext cx="1309371" cy="478928"/>
            <a:chOff x="0" y="0"/>
            <a:chExt cx="344855" cy="126137"/>
          </a:xfrm>
        </p:grpSpPr>
        <p:sp>
          <p:nvSpPr>
            <p:cNvPr id="7" name="Freeform 7">
              <a:extLst>
                <a:ext uri="{FF2B5EF4-FFF2-40B4-BE49-F238E27FC236}">
                  <a16:creationId xmlns:a16="http://schemas.microsoft.com/office/drawing/2014/main" id="{D952882A-698A-3E48-E6E1-B2ACBA40B9FA}"/>
                </a:ext>
              </a:extLst>
            </p:cNvPr>
            <p:cNvSpPr/>
            <p:nvPr/>
          </p:nvSpPr>
          <p:spPr>
            <a:xfrm>
              <a:off x="0" y="0"/>
              <a:ext cx="344855" cy="126137"/>
            </a:xfrm>
            <a:custGeom>
              <a:avLst/>
              <a:gdLst/>
              <a:ahLst/>
              <a:cxnLst/>
              <a:rect l="l" t="t" r="r" b="b"/>
              <a:pathLst>
                <a:path w="344855" h="126137">
                  <a:moveTo>
                    <a:pt x="0" y="0"/>
                  </a:moveTo>
                  <a:lnTo>
                    <a:pt x="344855" y="0"/>
                  </a:lnTo>
                  <a:lnTo>
                    <a:pt x="344855" y="126137"/>
                  </a:lnTo>
                  <a:lnTo>
                    <a:pt x="0" y="126137"/>
                  </a:lnTo>
                  <a:close/>
                </a:path>
              </a:pathLst>
            </a:custGeom>
            <a:solidFill>
              <a:srgbClr val="6C0B7B"/>
            </a:solidFill>
          </p:spPr>
        </p:sp>
        <p:sp>
          <p:nvSpPr>
            <p:cNvPr id="8" name="TextBox 8">
              <a:extLst>
                <a:ext uri="{FF2B5EF4-FFF2-40B4-BE49-F238E27FC236}">
                  <a16:creationId xmlns:a16="http://schemas.microsoft.com/office/drawing/2014/main" id="{EA385F70-52F4-123E-85F4-16D0B456843A}"/>
                </a:ext>
              </a:extLst>
            </p:cNvPr>
            <p:cNvSpPr txBox="1"/>
            <p:nvPr/>
          </p:nvSpPr>
          <p:spPr>
            <a:xfrm>
              <a:off x="0" y="-19050"/>
              <a:ext cx="344855" cy="145187"/>
            </a:xfrm>
            <a:prstGeom prst="rect">
              <a:avLst/>
            </a:prstGeom>
          </p:spPr>
          <p:txBody>
            <a:bodyPr lIns="50800" tIns="50800" rIns="50800" bIns="50800" rtlCol="0" anchor="ctr"/>
            <a:lstStyle/>
            <a:p>
              <a:pPr algn="ctr">
                <a:lnSpc>
                  <a:spcPts val="2186"/>
                </a:lnSpc>
              </a:pPr>
              <a:endParaRPr/>
            </a:p>
          </p:txBody>
        </p:sp>
      </p:grpSp>
      <p:sp>
        <p:nvSpPr>
          <p:cNvPr id="13" name="TextBox 13">
            <a:extLst>
              <a:ext uri="{FF2B5EF4-FFF2-40B4-BE49-F238E27FC236}">
                <a16:creationId xmlns:a16="http://schemas.microsoft.com/office/drawing/2014/main" id="{6E4B2DA5-5FBD-88FB-B6CE-6B2D2100BA35}"/>
              </a:ext>
            </a:extLst>
          </p:cNvPr>
          <p:cNvSpPr txBox="1"/>
          <p:nvPr/>
        </p:nvSpPr>
        <p:spPr>
          <a:xfrm>
            <a:off x="12146110" y="1009650"/>
            <a:ext cx="98847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HOME</a:t>
            </a:r>
          </a:p>
        </p:txBody>
      </p:sp>
      <p:sp>
        <p:nvSpPr>
          <p:cNvPr id="14" name="TextBox 14">
            <a:extLst>
              <a:ext uri="{FF2B5EF4-FFF2-40B4-BE49-F238E27FC236}">
                <a16:creationId xmlns:a16="http://schemas.microsoft.com/office/drawing/2014/main" id="{F8080A02-F8B5-4FEF-BF0C-75A27B1A0A86}"/>
              </a:ext>
            </a:extLst>
          </p:cNvPr>
          <p:cNvSpPr txBox="1"/>
          <p:nvPr/>
        </p:nvSpPr>
        <p:spPr>
          <a:xfrm>
            <a:off x="13660085" y="1009650"/>
            <a:ext cx="151606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DISCUSSION</a:t>
            </a:r>
          </a:p>
        </p:txBody>
      </p:sp>
      <p:sp>
        <p:nvSpPr>
          <p:cNvPr id="15" name="TextBox 15">
            <a:extLst>
              <a:ext uri="{FF2B5EF4-FFF2-40B4-BE49-F238E27FC236}">
                <a16:creationId xmlns:a16="http://schemas.microsoft.com/office/drawing/2014/main" id="{FF464EF5-4F4E-767A-79AB-80DF6A937DE7}"/>
              </a:ext>
            </a:extLst>
          </p:cNvPr>
          <p:cNvSpPr txBox="1"/>
          <p:nvPr/>
        </p:nvSpPr>
        <p:spPr>
          <a:xfrm>
            <a:off x="15701651" y="1009650"/>
            <a:ext cx="1557649" cy="275898"/>
          </a:xfrm>
          <a:prstGeom prst="rect">
            <a:avLst/>
          </a:prstGeom>
        </p:spPr>
        <p:txBody>
          <a:bodyPr lIns="0" tIns="0" rIns="0" bIns="0" rtlCol="0" anchor="t">
            <a:spAutoFit/>
          </a:bodyPr>
          <a:lstStyle/>
          <a:p>
            <a:pPr marL="0" lvl="1" indent="0" algn="ctr">
              <a:lnSpc>
                <a:spcPts val="2186"/>
              </a:lnSpc>
              <a:spcBef>
                <a:spcPct val="0"/>
              </a:spcBef>
            </a:pPr>
            <a:r>
              <a:rPr lang="en-US" sz="1695" b="1">
                <a:solidFill>
                  <a:srgbClr val="FFFFFF"/>
                </a:solidFill>
                <a:latin typeface="TT Fors Bold"/>
                <a:ea typeface="TT Fors Bold"/>
                <a:cs typeface="TT Fors Bold"/>
                <a:sym typeface="TT Fors Bold"/>
              </a:rPr>
              <a:t>CONCLUSION</a:t>
            </a:r>
          </a:p>
        </p:txBody>
      </p:sp>
      <p:sp>
        <p:nvSpPr>
          <p:cNvPr id="19" name="TextBox 19">
            <a:extLst>
              <a:ext uri="{FF2B5EF4-FFF2-40B4-BE49-F238E27FC236}">
                <a16:creationId xmlns:a16="http://schemas.microsoft.com/office/drawing/2014/main" id="{8F9BAD95-AB7D-DB9E-46B0-A4FA3B608FF2}"/>
              </a:ext>
            </a:extLst>
          </p:cNvPr>
          <p:cNvSpPr txBox="1"/>
          <p:nvPr/>
        </p:nvSpPr>
        <p:spPr>
          <a:xfrm>
            <a:off x="566026" y="2095500"/>
            <a:ext cx="7511174" cy="1064394"/>
          </a:xfrm>
          <a:prstGeom prst="rect">
            <a:avLst/>
          </a:prstGeom>
        </p:spPr>
        <p:txBody>
          <a:bodyPr wrap="square" lIns="0" tIns="0" rIns="0" bIns="0" rtlCol="0" anchor="t">
            <a:spAutoFit/>
          </a:bodyPr>
          <a:lstStyle/>
          <a:p>
            <a:pPr marL="0" lvl="1" indent="0" algn="l">
              <a:lnSpc>
                <a:spcPts val="8288"/>
              </a:lnSpc>
            </a:pPr>
            <a:r>
              <a:rPr lang="en-US" sz="8288" b="1" spc="-331" dirty="0">
                <a:solidFill>
                  <a:srgbClr val="FFFFFF"/>
                </a:solidFill>
                <a:latin typeface="Inter Bold"/>
                <a:ea typeface="Inter Bold"/>
                <a:cs typeface="Inter Bold"/>
                <a:sym typeface="Inter Bold"/>
              </a:rPr>
              <a:t>Check out Page</a:t>
            </a:r>
          </a:p>
        </p:txBody>
      </p:sp>
      <p:sp>
        <p:nvSpPr>
          <p:cNvPr id="20" name="TextBox 20">
            <a:extLst>
              <a:ext uri="{FF2B5EF4-FFF2-40B4-BE49-F238E27FC236}">
                <a16:creationId xmlns:a16="http://schemas.microsoft.com/office/drawing/2014/main" id="{7A65448E-F7D3-4FA4-6EFE-7EF8D03BC85F}"/>
              </a:ext>
            </a:extLst>
          </p:cNvPr>
          <p:cNvSpPr txBox="1"/>
          <p:nvPr/>
        </p:nvSpPr>
        <p:spPr>
          <a:xfrm>
            <a:off x="566026" y="3499414"/>
            <a:ext cx="7511174" cy="4431983"/>
          </a:xfrm>
          <a:prstGeom prst="rect">
            <a:avLst/>
          </a:prstGeom>
        </p:spPr>
        <p:txBody>
          <a:bodyPr wrap="square" lIns="0" tIns="0" rIns="0" bIns="0" rtlCol="0" anchor="t">
            <a:spAutoFit/>
          </a:bodyPr>
          <a:lstStyle/>
          <a:p>
            <a:r>
              <a:rPr lang="en-US" sz="3200" dirty="0">
                <a:solidFill>
                  <a:schemeClr val="bg1"/>
                </a:solidFill>
              </a:rPr>
              <a:t>The </a:t>
            </a:r>
            <a:r>
              <a:rPr lang="en-US" sz="3200" b="1" dirty="0">
                <a:solidFill>
                  <a:schemeClr val="bg1"/>
                </a:solidFill>
              </a:rPr>
              <a:t>Checkout Page</a:t>
            </a:r>
            <a:r>
              <a:rPr lang="en-US" sz="3200" dirty="0">
                <a:solidFill>
                  <a:schemeClr val="bg1"/>
                </a:solidFill>
              </a:rPr>
              <a:t> is the final step in the shopping process where users </a:t>
            </a:r>
            <a:r>
              <a:rPr lang="en-US" sz="3200" b="1" dirty="0">
                <a:solidFill>
                  <a:schemeClr val="bg1"/>
                </a:solidFill>
              </a:rPr>
              <a:t>finalize their purchase</a:t>
            </a:r>
            <a:r>
              <a:rPr lang="en-US" sz="3200" dirty="0">
                <a:solidFill>
                  <a:schemeClr val="bg1"/>
                </a:solidFill>
              </a:rPr>
              <a:t>. It simulates a real-world online store checkout experience. Allows users to input details such as </a:t>
            </a:r>
            <a:r>
              <a:rPr lang="en-US" sz="3200" b="1" dirty="0">
                <a:solidFill>
                  <a:schemeClr val="bg1"/>
                </a:solidFill>
              </a:rPr>
              <a:t>name, address, and contact information</a:t>
            </a:r>
            <a:r>
              <a:rPr lang="en-US" sz="3200" dirty="0">
                <a:solidFill>
                  <a:schemeClr val="bg1"/>
                </a:solidFill>
              </a:rPr>
              <a:t> (for simulation purposes). Helps demonstrate how real e-commerce sites collect essential customer info.</a:t>
            </a:r>
          </a:p>
        </p:txBody>
      </p:sp>
      <p:pic>
        <p:nvPicPr>
          <p:cNvPr id="4" name="Picture 3">
            <a:extLst>
              <a:ext uri="{FF2B5EF4-FFF2-40B4-BE49-F238E27FC236}">
                <a16:creationId xmlns:a16="http://schemas.microsoft.com/office/drawing/2014/main" id="{5059D815-BE8A-46EE-0C35-EA0F936DD8F6}"/>
              </a:ext>
            </a:extLst>
          </p:cNvPr>
          <p:cNvPicPr>
            <a:picLocks noChangeAspect="1"/>
          </p:cNvPicPr>
          <p:nvPr/>
        </p:nvPicPr>
        <p:blipFill>
          <a:blip r:embed="rId3"/>
          <a:stretch>
            <a:fillRect/>
          </a:stretch>
        </p:blipFill>
        <p:spPr>
          <a:xfrm>
            <a:off x="9144001" y="2875824"/>
            <a:ext cx="8577974" cy="5315676"/>
          </a:xfrm>
          <a:prstGeom prst="rect">
            <a:avLst/>
          </a:prstGeom>
        </p:spPr>
      </p:pic>
    </p:spTree>
    <p:extLst>
      <p:ext uri="{BB962C8B-B14F-4D97-AF65-F5344CB8AC3E}">
        <p14:creationId xmlns:p14="http://schemas.microsoft.com/office/powerpoint/2010/main" val="28684335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330979" y="3068639"/>
            <a:ext cx="1309371" cy="478928"/>
            <a:chOff x="0" y="0"/>
            <a:chExt cx="344855" cy="126137"/>
          </a:xfrm>
        </p:grpSpPr>
        <p:sp>
          <p:nvSpPr>
            <p:cNvPr id="4" name="Freeform 4"/>
            <p:cNvSpPr/>
            <p:nvPr/>
          </p:nvSpPr>
          <p:spPr>
            <a:xfrm>
              <a:off x="0" y="0"/>
              <a:ext cx="344855" cy="126137"/>
            </a:xfrm>
            <a:custGeom>
              <a:avLst/>
              <a:gdLst/>
              <a:ahLst/>
              <a:cxnLst/>
              <a:rect l="l" t="t" r="r" b="b"/>
              <a:pathLst>
                <a:path w="344855" h="126137">
                  <a:moveTo>
                    <a:pt x="0" y="0"/>
                  </a:moveTo>
                  <a:lnTo>
                    <a:pt x="344855" y="0"/>
                  </a:lnTo>
                  <a:lnTo>
                    <a:pt x="344855" y="126137"/>
                  </a:lnTo>
                  <a:lnTo>
                    <a:pt x="0" y="126137"/>
                  </a:lnTo>
                  <a:close/>
                </a:path>
              </a:pathLst>
            </a:custGeom>
            <a:solidFill>
              <a:srgbClr val="6C0B7B"/>
            </a:solidFill>
          </p:spPr>
        </p:sp>
        <p:sp>
          <p:nvSpPr>
            <p:cNvPr id="5" name="TextBox 5"/>
            <p:cNvSpPr txBox="1"/>
            <p:nvPr/>
          </p:nvSpPr>
          <p:spPr>
            <a:xfrm>
              <a:off x="0" y="-19050"/>
              <a:ext cx="344855" cy="145187"/>
            </a:xfrm>
            <a:prstGeom prst="rect">
              <a:avLst/>
            </a:prstGeom>
          </p:spPr>
          <p:txBody>
            <a:bodyPr lIns="50800" tIns="50800" rIns="50800" bIns="50800" rtlCol="0" anchor="ctr"/>
            <a:lstStyle/>
            <a:p>
              <a:pPr algn="ctr">
                <a:lnSpc>
                  <a:spcPts val="2186"/>
                </a:lnSpc>
              </a:pPr>
              <a:endParaRPr/>
            </a:p>
          </p:txBody>
        </p:sp>
      </p:grpSp>
      <p:grpSp>
        <p:nvGrpSpPr>
          <p:cNvPr id="6" name="Group 6"/>
          <p:cNvGrpSpPr/>
          <p:nvPr/>
        </p:nvGrpSpPr>
        <p:grpSpPr>
          <a:xfrm>
            <a:off x="8725263" y="7602466"/>
            <a:ext cx="1809124" cy="546522"/>
            <a:chOff x="0" y="0"/>
            <a:chExt cx="476477" cy="143940"/>
          </a:xfrm>
        </p:grpSpPr>
        <p:sp>
          <p:nvSpPr>
            <p:cNvPr id="7" name="Freeform 7"/>
            <p:cNvSpPr/>
            <p:nvPr/>
          </p:nvSpPr>
          <p:spPr>
            <a:xfrm>
              <a:off x="0" y="0"/>
              <a:ext cx="476477" cy="143940"/>
            </a:xfrm>
            <a:custGeom>
              <a:avLst/>
              <a:gdLst/>
              <a:ahLst/>
              <a:cxnLst/>
              <a:rect l="l" t="t" r="r" b="b"/>
              <a:pathLst>
                <a:path w="476477" h="143940">
                  <a:moveTo>
                    <a:pt x="0" y="0"/>
                  </a:moveTo>
                  <a:lnTo>
                    <a:pt x="476477" y="0"/>
                  </a:lnTo>
                  <a:lnTo>
                    <a:pt x="476477" y="143940"/>
                  </a:lnTo>
                  <a:lnTo>
                    <a:pt x="0" y="143940"/>
                  </a:lnTo>
                  <a:close/>
                </a:path>
              </a:pathLst>
            </a:custGeom>
            <a:solidFill>
              <a:srgbClr val="3A0542"/>
            </a:solidFill>
          </p:spPr>
        </p:sp>
        <p:sp>
          <p:nvSpPr>
            <p:cNvPr id="8" name="TextBox 8"/>
            <p:cNvSpPr txBox="1"/>
            <p:nvPr/>
          </p:nvSpPr>
          <p:spPr>
            <a:xfrm>
              <a:off x="0" y="-19050"/>
              <a:ext cx="476477" cy="162990"/>
            </a:xfrm>
            <a:prstGeom prst="rect">
              <a:avLst/>
            </a:prstGeom>
          </p:spPr>
          <p:txBody>
            <a:bodyPr lIns="50800" tIns="50800" rIns="50800" bIns="50800" rtlCol="0" anchor="ctr"/>
            <a:lstStyle/>
            <a:p>
              <a:pPr algn="ctr">
                <a:lnSpc>
                  <a:spcPts val="2186"/>
                </a:lnSpc>
              </a:pPr>
              <a:endParaRPr/>
            </a:p>
          </p:txBody>
        </p:sp>
      </p:grpSp>
      <p:sp>
        <p:nvSpPr>
          <p:cNvPr id="13" name="TextBox 13"/>
          <p:cNvSpPr txBox="1"/>
          <p:nvPr/>
        </p:nvSpPr>
        <p:spPr>
          <a:xfrm>
            <a:off x="12146110" y="1009650"/>
            <a:ext cx="98847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HOME</a:t>
            </a:r>
          </a:p>
        </p:txBody>
      </p:sp>
      <p:sp>
        <p:nvSpPr>
          <p:cNvPr id="14" name="TextBox 14"/>
          <p:cNvSpPr txBox="1"/>
          <p:nvPr/>
        </p:nvSpPr>
        <p:spPr>
          <a:xfrm>
            <a:off x="13660085" y="1009650"/>
            <a:ext cx="1516069" cy="275898"/>
          </a:xfrm>
          <a:prstGeom prst="rect">
            <a:avLst/>
          </a:prstGeom>
        </p:spPr>
        <p:txBody>
          <a:bodyPr lIns="0" tIns="0" rIns="0" bIns="0" rtlCol="0" anchor="t">
            <a:spAutoFit/>
          </a:bodyPr>
          <a:lstStyle/>
          <a:p>
            <a:pPr marL="0" lvl="1" indent="0" algn="ctr">
              <a:lnSpc>
                <a:spcPts val="2186"/>
              </a:lnSpc>
              <a:spcBef>
                <a:spcPct val="0"/>
              </a:spcBef>
            </a:pPr>
            <a:r>
              <a:rPr lang="en-US" sz="1695" b="1">
                <a:solidFill>
                  <a:srgbClr val="FFFFFF"/>
                </a:solidFill>
                <a:latin typeface="TT Fors Bold"/>
                <a:ea typeface="TT Fors Bold"/>
                <a:cs typeface="TT Fors Bold"/>
                <a:sym typeface="TT Fors Bold"/>
              </a:rPr>
              <a:t>DISCUSSION</a:t>
            </a:r>
          </a:p>
        </p:txBody>
      </p:sp>
      <p:sp>
        <p:nvSpPr>
          <p:cNvPr id="15" name="TextBox 15"/>
          <p:cNvSpPr txBox="1"/>
          <p:nvPr/>
        </p:nvSpPr>
        <p:spPr>
          <a:xfrm>
            <a:off x="15701651" y="1009650"/>
            <a:ext cx="155764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CONCLUSION</a:t>
            </a:r>
          </a:p>
        </p:txBody>
      </p:sp>
      <p:sp>
        <p:nvSpPr>
          <p:cNvPr id="16" name="TextBox 16"/>
          <p:cNvSpPr txBox="1"/>
          <p:nvPr/>
        </p:nvSpPr>
        <p:spPr>
          <a:xfrm>
            <a:off x="10848712" y="4110151"/>
            <a:ext cx="7089454" cy="4427220"/>
          </a:xfrm>
          <a:prstGeom prst="rect">
            <a:avLst/>
          </a:prstGeom>
        </p:spPr>
        <p:txBody>
          <a:bodyPr lIns="0" tIns="0" rIns="0" bIns="0" rtlCol="0" anchor="t">
            <a:spAutoFit/>
          </a:bodyPr>
          <a:lstStyle/>
          <a:p>
            <a:pPr algn="just">
              <a:lnSpc>
                <a:spcPts val="5880"/>
              </a:lnSpc>
            </a:pPr>
            <a:r>
              <a:rPr lang="en-US" sz="4200" spc="126">
                <a:solidFill>
                  <a:srgbClr val="FFFFFF"/>
                </a:solidFill>
                <a:latin typeface="TT Fors"/>
                <a:ea typeface="TT Fors"/>
                <a:cs typeface="TT Fors"/>
                <a:sym typeface="TT Fors"/>
              </a:rPr>
              <a:t>• Add to Cart system</a:t>
            </a:r>
          </a:p>
          <a:p>
            <a:pPr algn="just">
              <a:lnSpc>
                <a:spcPts val="5880"/>
              </a:lnSpc>
            </a:pPr>
            <a:r>
              <a:rPr lang="en-US" sz="4200" spc="126">
                <a:solidFill>
                  <a:srgbClr val="FFFFFF"/>
                </a:solidFill>
                <a:latin typeface="TT Fors"/>
                <a:ea typeface="TT Fors"/>
                <a:cs typeface="TT Fors"/>
                <a:sym typeface="TT Fors"/>
              </a:rPr>
              <a:t>• Updating total price</a:t>
            </a:r>
          </a:p>
          <a:p>
            <a:pPr algn="just">
              <a:lnSpc>
                <a:spcPts val="5880"/>
              </a:lnSpc>
            </a:pPr>
            <a:r>
              <a:rPr lang="en-US" sz="4200" spc="126">
                <a:solidFill>
                  <a:srgbClr val="FFFFFF"/>
                </a:solidFill>
                <a:latin typeface="TT Fors"/>
                <a:ea typeface="TT Fors"/>
                <a:cs typeface="TT Fors"/>
                <a:sym typeface="TT Fors"/>
              </a:rPr>
              <a:t>• Counting cart items</a:t>
            </a:r>
          </a:p>
          <a:p>
            <a:pPr algn="just">
              <a:lnSpc>
                <a:spcPts val="5880"/>
              </a:lnSpc>
            </a:pPr>
            <a:r>
              <a:rPr lang="en-US" sz="4200" spc="126">
                <a:solidFill>
                  <a:srgbClr val="FFFFFF"/>
                </a:solidFill>
                <a:latin typeface="TT Fors"/>
                <a:ea typeface="TT Fors"/>
                <a:cs typeface="TT Fors"/>
                <a:sym typeface="TT Fors"/>
              </a:rPr>
              <a:t>•Showing selected product details</a:t>
            </a:r>
          </a:p>
          <a:p>
            <a:pPr marL="0" lvl="0" indent="0" algn="just">
              <a:lnSpc>
                <a:spcPts val="5880"/>
              </a:lnSpc>
              <a:spcBef>
                <a:spcPct val="0"/>
              </a:spcBef>
            </a:pPr>
            <a:endParaRPr lang="en-US" sz="4200" spc="126">
              <a:solidFill>
                <a:srgbClr val="FFFFFF"/>
              </a:solidFill>
              <a:latin typeface="TT Fors"/>
              <a:ea typeface="TT Fors"/>
              <a:cs typeface="TT Fors"/>
              <a:sym typeface="TT Fors"/>
            </a:endParaRPr>
          </a:p>
        </p:txBody>
      </p:sp>
      <p:sp>
        <p:nvSpPr>
          <p:cNvPr id="17" name="TextBox 17"/>
          <p:cNvSpPr txBox="1"/>
          <p:nvPr/>
        </p:nvSpPr>
        <p:spPr>
          <a:xfrm>
            <a:off x="534460" y="2441699"/>
            <a:ext cx="11611650" cy="1105868"/>
          </a:xfrm>
          <a:prstGeom prst="rect">
            <a:avLst/>
          </a:prstGeom>
        </p:spPr>
        <p:txBody>
          <a:bodyPr lIns="0" tIns="0" rIns="0" bIns="0" rtlCol="0" anchor="t">
            <a:spAutoFit/>
          </a:bodyPr>
          <a:lstStyle/>
          <a:p>
            <a:pPr marL="0" lvl="1" indent="0" algn="l">
              <a:lnSpc>
                <a:spcPts val="8288"/>
              </a:lnSpc>
            </a:pPr>
            <a:r>
              <a:rPr lang="en-US" sz="8288" b="1" spc="-331">
                <a:solidFill>
                  <a:srgbClr val="FFFFFF"/>
                </a:solidFill>
                <a:latin typeface="Inter Bold"/>
                <a:ea typeface="Inter Bold"/>
                <a:cs typeface="Inter Bold"/>
                <a:sym typeface="Inter Bold"/>
              </a:rPr>
              <a:t>JavaScript Functions</a:t>
            </a:r>
          </a:p>
        </p:txBody>
      </p:sp>
      <p:pic>
        <p:nvPicPr>
          <p:cNvPr id="19" name="Picture 18">
            <a:extLst>
              <a:ext uri="{FF2B5EF4-FFF2-40B4-BE49-F238E27FC236}">
                <a16:creationId xmlns:a16="http://schemas.microsoft.com/office/drawing/2014/main" id="{7E98D8F9-044C-FA80-B565-02B2667FD81F}"/>
              </a:ext>
            </a:extLst>
          </p:cNvPr>
          <p:cNvPicPr>
            <a:picLocks noChangeAspect="1"/>
          </p:cNvPicPr>
          <p:nvPr/>
        </p:nvPicPr>
        <p:blipFill>
          <a:blip r:embed="rId3"/>
          <a:stretch>
            <a:fillRect/>
          </a:stretch>
        </p:blipFill>
        <p:spPr>
          <a:xfrm>
            <a:off x="544292" y="3848100"/>
            <a:ext cx="9990095" cy="519185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3863073" y="4116389"/>
            <a:ext cx="1309371" cy="478928"/>
            <a:chOff x="0" y="0"/>
            <a:chExt cx="344855" cy="126137"/>
          </a:xfrm>
        </p:grpSpPr>
        <p:sp>
          <p:nvSpPr>
            <p:cNvPr id="4" name="Freeform 4"/>
            <p:cNvSpPr/>
            <p:nvPr/>
          </p:nvSpPr>
          <p:spPr>
            <a:xfrm>
              <a:off x="0" y="0"/>
              <a:ext cx="344855" cy="126137"/>
            </a:xfrm>
            <a:custGeom>
              <a:avLst/>
              <a:gdLst/>
              <a:ahLst/>
              <a:cxnLst/>
              <a:rect l="l" t="t" r="r" b="b"/>
              <a:pathLst>
                <a:path w="344855" h="126137">
                  <a:moveTo>
                    <a:pt x="0" y="0"/>
                  </a:moveTo>
                  <a:lnTo>
                    <a:pt x="344855" y="0"/>
                  </a:lnTo>
                  <a:lnTo>
                    <a:pt x="344855" y="126137"/>
                  </a:lnTo>
                  <a:lnTo>
                    <a:pt x="0" y="126137"/>
                  </a:lnTo>
                  <a:close/>
                </a:path>
              </a:pathLst>
            </a:custGeom>
            <a:solidFill>
              <a:srgbClr val="6C0B7B"/>
            </a:solidFill>
          </p:spPr>
        </p:sp>
        <p:sp>
          <p:nvSpPr>
            <p:cNvPr id="5" name="TextBox 5"/>
            <p:cNvSpPr txBox="1"/>
            <p:nvPr/>
          </p:nvSpPr>
          <p:spPr>
            <a:xfrm>
              <a:off x="0" y="-19050"/>
              <a:ext cx="344855" cy="145187"/>
            </a:xfrm>
            <a:prstGeom prst="rect">
              <a:avLst/>
            </a:prstGeom>
          </p:spPr>
          <p:txBody>
            <a:bodyPr lIns="50800" tIns="50800" rIns="50800" bIns="50800" rtlCol="0" anchor="ctr"/>
            <a:lstStyle/>
            <a:p>
              <a:pPr algn="ctr">
                <a:lnSpc>
                  <a:spcPts val="2186"/>
                </a:lnSpc>
              </a:pPr>
              <a:endParaRPr/>
            </a:p>
          </p:txBody>
        </p:sp>
      </p:grpSp>
      <p:grpSp>
        <p:nvGrpSpPr>
          <p:cNvPr id="6" name="Group 6"/>
          <p:cNvGrpSpPr/>
          <p:nvPr/>
        </p:nvGrpSpPr>
        <p:grpSpPr>
          <a:xfrm>
            <a:off x="8243969" y="5096786"/>
            <a:ext cx="2372585" cy="3357631"/>
            <a:chOff x="0" y="0"/>
            <a:chExt cx="624878" cy="884314"/>
          </a:xfrm>
        </p:grpSpPr>
        <p:sp>
          <p:nvSpPr>
            <p:cNvPr id="7" name="Freeform 7"/>
            <p:cNvSpPr/>
            <p:nvPr/>
          </p:nvSpPr>
          <p:spPr>
            <a:xfrm>
              <a:off x="0" y="0"/>
              <a:ext cx="624878" cy="884314"/>
            </a:xfrm>
            <a:custGeom>
              <a:avLst/>
              <a:gdLst/>
              <a:ahLst/>
              <a:cxnLst/>
              <a:rect l="l" t="t" r="r" b="b"/>
              <a:pathLst>
                <a:path w="624878" h="884314">
                  <a:moveTo>
                    <a:pt x="0" y="0"/>
                  </a:moveTo>
                  <a:lnTo>
                    <a:pt x="624878" y="0"/>
                  </a:lnTo>
                  <a:lnTo>
                    <a:pt x="624878" y="884314"/>
                  </a:lnTo>
                  <a:lnTo>
                    <a:pt x="0" y="884314"/>
                  </a:lnTo>
                  <a:close/>
                </a:path>
              </a:pathLst>
            </a:custGeom>
            <a:solidFill>
              <a:srgbClr val="3A0542"/>
            </a:solidFill>
          </p:spPr>
        </p:sp>
        <p:sp>
          <p:nvSpPr>
            <p:cNvPr id="8" name="TextBox 8"/>
            <p:cNvSpPr txBox="1"/>
            <p:nvPr/>
          </p:nvSpPr>
          <p:spPr>
            <a:xfrm>
              <a:off x="0" y="-19050"/>
              <a:ext cx="624878" cy="903364"/>
            </a:xfrm>
            <a:prstGeom prst="rect">
              <a:avLst/>
            </a:prstGeom>
          </p:spPr>
          <p:txBody>
            <a:bodyPr lIns="50800" tIns="50800" rIns="50800" bIns="50800" rtlCol="0" anchor="ctr"/>
            <a:lstStyle/>
            <a:p>
              <a:pPr algn="ctr">
                <a:lnSpc>
                  <a:spcPts val="2186"/>
                </a:lnSpc>
              </a:pPr>
              <a:endParaRPr/>
            </a:p>
          </p:txBody>
        </p:sp>
      </p:grpSp>
      <p:sp>
        <p:nvSpPr>
          <p:cNvPr id="11" name="TextBox 11"/>
          <p:cNvSpPr txBox="1"/>
          <p:nvPr/>
        </p:nvSpPr>
        <p:spPr>
          <a:xfrm>
            <a:off x="12146110" y="1009650"/>
            <a:ext cx="98847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HOME</a:t>
            </a:r>
          </a:p>
        </p:txBody>
      </p:sp>
      <p:sp>
        <p:nvSpPr>
          <p:cNvPr id="12" name="TextBox 12"/>
          <p:cNvSpPr txBox="1"/>
          <p:nvPr/>
        </p:nvSpPr>
        <p:spPr>
          <a:xfrm>
            <a:off x="13660085" y="1009650"/>
            <a:ext cx="1516069" cy="275898"/>
          </a:xfrm>
          <a:prstGeom prst="rect">
            <a:avLst/>
          </a:prstGeom>
        </p:spPr>
        <p:txBody>
          <a:bodyPr lIns="0" tIns="0" rIns="0" bIns="0" rtlCol="0" anchor="t">
            <a:spAutoFit/>
          </a:bodyPr>
          <a:lstStyle/>
          <a:p>
            <a:pPr marL="0" lvl="1" indent="0" algn="ctr">
              <a:lnSpc>
                <a:spcPts val="2186"/>
              </a:lnSpc>
              <a:spcBef>
                <a:spcPct val="0"/>
              </a:spcBef>
            </a:pPr>
            <a:r>
              <a:rPr lang="en-US" sz="1695" b="1">
                <a:solidFill>
                  <a:srgbClr val="FFFFFF"/>
                </a:solidFill>
                <a:latin typeface="TT Fors Bold"/>
                <a:ea typeface="TT Fors Bold"/>
                <a:cs typeface="TT Fors Bold"/>
                <a:sym typeface="TT Fors Bold"/>
              </a:rPr>
              <a:t>DISCUSSION</a:t>
            </a:r>
          </a:p>
        </p:txBody>
      </p:sp>
      <p:sp>
        <p:nvSpPr>
          <p:cNvPr id="13" name="TextBox 13"/>
          <p:cNvSpPr txBox="1"/>
          <p:nvPr/>
        </p:nvSpPr>
        <p:spPr>
          <a:xfrm>
            <a:off x="15701651" y="1009650"/>
            <a:ext cx="155764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CONCLUSION</a:t>
            </a:r>
          </a:p>
        </p:txBody>
      </p:sp>
      <p:sp>
        <p:nvSpPr>
          <p:cNvPr id="14" name="TextBox 14"/>
          <p:cNvSpPr txBox="1"/>
          <p:nvPr/>
        </p:nvSpPr>
        <p:spPr>
          <a:xfrm>
            <a:off x="975495" y="3905004"/>
            <a:ext cx="6430848" cy="6108700"/>
          </a:xfrm>
          <a:prstGeom prst="rect">
            <a:avLst/>
          </a:prstGeom>
        </p:spPr>
        <p:txBody>
          <a:bodyPr lIns="0" tIns="0" rIns="0" bIns="0" rtlCol="0" anchor="t">
            <a:spAutoFit/>
          </a:bodyPr>
          <a:lstStyle/>
          <a:p>
            <a:pPr algn="just">
              <a:lnSpc>
                <a:spcPts val="3499"/>
              </a:lnSpc>
            </a:pPr>
            <a:r>
              <a:rPr lang="en-US" sz="2499" spc="74" dirty="0">
                <a:solidFill>
                  <a:srgbClr val="FFFFFF"/>
                </a:solidFill>
                <a:latin typeface="TT Fors"/>
                <a:ea typeface="TT Fors"/>
                <a:cs typeface="TT Fors"/>
                <a:sym typeface="TT Fors"/>
              </a:rPr>
              <a:t>1. We Wanted a Webstore Theme That Fits Our Interests</a:t>
            </a:r>
          </a:p>
          <a:p>
            <a:pPr algn="just">
              <a:lnSpc>
                <a:spcPts val="3499"/>
              </a:lnSpc>
            </a:pPr>
            <a:r>
              <a:rPr lang="en-US" sz="2499" spc="74" dirty="0">
                <a:solidFill>
                  <a:srgbClr val="FFFFFF"/>
                </a:solidFill>
                <a:latin typeface="TT Fors"/>
                <a:ea typeface="TT Fors"/>
                <a:cs typeface="TT Fors"/>
                <a:sym typeface="TT Fors"/>
              </a:rPr>
              <a:t>Among all possible store themes (clothes, food, accessories), our group chose gadgets because:</a:t>
            </a:r>
          </a:p>
          <a:p>
            <a:pPr marL="539749" lvl="1" indent="-269875" algn="just">
              <a:lnSpc>
                <a:spcPts val="3499"/>
              </a:lnSpc>
              <a:buFont typeface="Arial"/>
              <a:buChar char="•"/>
            </a:pPr>
            <a:r>
              <a:rPr lang="en-US" sz="2499" spc="74" dirty="0">
                <a:solidFill>
                  <a:srgbClr val="FFFFFF"/>
                </a:solidFill>
                <a:latin typeface="TT Fors"/>
                <a:ea typeface="TT Fors"/>
                <a:cs typeface="TT Fors"/>
                <a:sym typeface="TT Fors"/>
              </a:rPr>
              <a:t>We are interested in technology</a:t>
            </a:r>
          </a:p>
          <a:p>
            <a:pPr marL="539749" lvl="1" indent="-269875" algn="just">
              <a:lnSpc>
                <a:spcPts val="3499"/>
              </a:lnSpc>
              <a:buFont typeface="Arial"/>
              <a:buChar char="•"/>
            </a:pPr>
            <a:r>
              <a:rPr lang="en-US" sz="2499" spc="74" dirty="0">
                <a:solidFill>
                  <a:srgbClr val="FFFFFF"/>
                </a:solidFill>
                <a:latin typeface="TT Fors"/>
                <a:ea typeface="TT Fors"/>
                <a:cs typeface="TT Fors"/>
                <a:sym typeface="TT Fors"/>
              </a:rPr>
              <a:t>We enjoy exploring devices like phones, speakers, earphones, watches, etc.</a:t>
            </a:r>
          </a:p>
          <a:p>
            <a:pPr marL="539749" lvl="1" indent="-269875" algn="just">
              <a:lnSpc>
                <a:spcPts val="3499"/>
              </a:lnSpc>
              <a:buFont typeface="Arial"/>
              <a:buChar char="•"/>
            </a:pPr>
            <a:r>
              <a:rPr lang="en-US" sz="2499" spc="74" dirty="0">
                <a:solidFill>
                  <a:srgbClr val="FFFFFF"/>
                </a:solidFill>
                <a:latin typeface="TT Fors"/>
                <a:ea typeface="TT Fors"/>
                <a:cs typeface="TT Fors"/>
                <a:sym typeface="TT Fors"/>
              </a:rPr>
              <a:t>It’s fun and exciting to design a store based on items we actually like</a:t>
            </a:r>
          </a:p>
          <a:p>
            <a:pPr marL="0" lvl="0" indent="0" algn="just">
              <a:lnSpc>
                <a:spcPts val="3499"/>
              </a:lnSpc>
              <a:spcBef>
                <a:spcPct val="0"/>
              </a:spcBef>
            </a:pPr>
            <a:r>
              <a:rPr lang="en-US" sz="2499" spc="74" dirty="0">
                <a:solidFill>
                  <a:srgbClr val="FFFFFF"/>
                </a:solidFill>
                <a:latin typeface="TT Fors"/>
                <a:ea typeface="TT Fors"/>
                <a:cs typeface="TT Fors"/>
                <a:sym typeface="TT Fors"/>
              </a:rPr>
              <a:t>This made the project more engaging and meaningful for us.</a:t>
            </a:r>
          </a:p>
          <a:p>
            <a:pPr marL="0" lvl="0" indent="0" algn="just">
              <a:lnSpc>
                <a:spcPts val="3499"/>
              </a:lnSpc>
              <a:spcBef>
                <a:spcPct val="0"/>
              </a:spcBef>
            </a:pPr>
            <a:endParaRPr lang="en-US" sz="2499" spc="74" dirty="0">
              <a:solidFill>
                <a:srgbClr val="FFFFFF"/>
              </a:solidFill>
              <a:latin typeface="TT Fors"/>
              <a:ea typeface="TT Fors"/>
              <a:cs typeface="TT Fors"/>
              <a:sym typeface="TT Fors"/>
            </a:endParaRPr>
          </a:p>
        </p:txBody>
      </p:sp>
      <p:sp>
        <p:nvSpPr>
          <p:cNvPr id="15" name="TextBox 15"/>
          <p:cNvSpPr txBox="1"/>
          <p:nvPr/>
        </p:nvSpPr>
        <p:spPr>
          <a:xfrm>
            <a:off x="975495" y="2015837"/>
            <a:ext cx="7084526" cy="1571625"/>
          </a:xfrm>
          <a:prstGeom prst="rect">
            <a:avLst/>
          </a:prstGeom>
        </p:spPr>
        <p:txBody>
          <a:bodyPr lIns="0" tIns="0" rIns="0" bIns="0" rtlCol="0" anchor="t">
            <a:spAutoFit/>
          </a:bodyPr>
          <a:lstStyle/>
          <a:p>
            <a:pPr marL="0" lvl="1" indent="0" algn="l">
              <a:lnSpc>
                <a:spcPts val="6000"/>
              </a:lnSpc>
            </a:pPr>
            <a:r>
              <a:rPr lang="en-US" sz="6000" b="1" spc="-240" dirty="0">
                <a:solidFill>
                  <a:srgbClr val="FFFFFF"/>
                </a:solidFill>
                <a:latin typeface="Inter Bold"/>
                <a:ea typeface="Inter Bold"/>
                <a:cs typeface="Inter Bold"/>
                <a:sym typeface="Inter Bold"/>
              </a:rPr>
              <a:t>Why we choose to create G3 webstore</a:t>
            </a:r>
          </a:p>
        </p:txBody>
      </p:sp>
      <p:sp>
        <p:nvSpPr>
          <p:cNvPr id="16" name="TextBox 16"/>
          <p:cNvSpPr txBox="1"/>
          <p:nvPr/>
        </p:nvSpPr>
        <p:spPr>
          <a:xfrm>
            <a:off x="8549681" y="1718975"/>
            <a:ext cx="8709619" cy="2165350"/>
          </a:xfrm>
          <a:prstGeom prst="rect">
            <a:avLst/>
          </a:prstGeom>
        </p:spPr>
        <p:txBody>
          <a:bodyPr lIns="0" tIns="0" rIns="0" bIns="0" rtlCol="0" anchor="t">
            <a:spAutoFit/>
          </a:bodyPr>
          <a:lstStyle/>
          <a:p>
            <a:pPr algn="just">
              <a:lnSpc>
                <a:spcPts val="3499"/>
              </a:lnSpc>
            </a:pPr>
            <a:r>
              <a:rPr lang="en-US" sz="2499" spc="74">
                <a:solidFill>
                  <a:srgbClr val="FFFFFF"/>
                </a:solidFill>
                <a:latin typeface="TT Fors"/>
                <a:ea typeface="TT Fors"/>
                <a:cs typeface="TT Fors"/>
                <a:sym typeface="TT Fors"/>
              </a:rPr>
              <a:t>Instead of making a random or simple website, we chose an offline store (soon we will upgrade it to online store) because webstores are very common in real life.</a:t>
            </a:r>
          </a:p>
          <a:p>
            <a:pPr marL="0" lvl="0" indent="0" algn="just">
              <a:lnSpc>
                <a:spcPts val="3499"/>
              </a:lnSpc>
              <a:spcBef>
                <a:spcPct val="0"/>
              </a:spcBef>
            </a:pPr>
            <a:r>
              <a:rPr lang="en-US" sz="2499" spc="74">
                <a:solidFill>
                  <a:srgbClr val="FFFFFF"/>
                </a:solidFill>
                <a:latin typeface="TT Fors"/>
                <a:ea typeface="TT Fors"/>
                <a:cs typeface="TT Fors"/>
                <a:sym typeface="TT Fors"/>
              </a:rPr>
              <a:t>People use them every day Shopee, Lazada, Amazon so creating our own version shows real-world skills.</a:t>
            </a:r>
          </a:p>
        </p:txBody>
      </p:sp>
      <p:pic>
        <p:nvPicPr>
          <p:cNvPr id="20" name="Picture 19">
            <a:extLst>
              <a:ext uri="{FF2B5EF4-FFF2-40B4-BE49-F238E27FC236}">
                <a16:creationId xmlns:a16="http://schemas.microsoft.com/office/drawing/2014/main" id="{B0E93EBA-8734-ED70-CCF1-B7E2E9D37306}"/>
              </a:ext>
            </a:extLst>
          </p:cNvPr>
          <p:cNvPicPr>
            <a:picLocks noChangeAspect="1"/>
          </p:cNvPicPr>
          <p:nvPr/>
        </p:nvPicPr>
        <p:blipFill>
          <a:blip r:embed="rId3"/>
          <a:stretch>
            <a:fillRect/>
          </a:stretch>
        </p:blipFill>
        <p:spPr>
          <a:xfrm>
            <a:off x="8426983" y="4317752"/>
            <a:ext cx="9415212" cy="5321549"/>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6" name="Group 6"/>
          <p:cNvGrpSpPr/>
          <p:nvPr/>
        </p:nvGrpSpPr>
        <p:grpSpPr>
          <a:xfrm>
            <a:off x="5486391" y="2948155"/>
            <a:ext cx="1309371" cy="478928"/>
            <a:chOff x="0" y="0"/>
            <a:chExt cx="344855" cy="126137"/>
          </a:xfrm>
        </p:grpSpPr>
        <p:sp>
          <p:nvSpPr>
            <p:cNvPr id="7" name="Freeform 7"/>
            <p:cNvSpPr/>
            <p:nvPr/>
          </p:nvSpPr>
          <p:spPr>
            <a:xfrm>
              <a:off x="0" y="0"/>
              <a:ext cx="344855" cy="126137"/>
            </a:xfrm>
            <a:custGeom>
              <a:avLst/>
              <a:gdLst/>
              <a:ahLst/>
              <a:cxnLst/>
              <a:rect l="l" t="t" r="r" b="b"/>
              <a:pathLst>
                <a:path w="344855" h="126137">
                  <a:moveTo>
                    <a:pt x="0" y="0"/>
                  </a:moveTo>
                  <a:lnTo>
                    <a:pt x="344855" y="0"/>
                  </a:lnTo>
                  <a:lnTo>
                    <a:pt x="344855" y="126137"/>
                  </a:lnTo>
                  <a:lnTo>
                    <a:pt x="0" y="126137"/>
                  </a:lnTo>
                  <a:close/>
                </a:path>
              </a:pathLst>
            </a:custGeom>
            <a:solidFill>
              <a:srgbClr val="6C0B7B"/>
            </a:solidFill>
          </p:spPr>
        </p:sp>
        <p:sp>
          <p:nvSpPr>
            <p:cNvPr id="8" name="TextBox 8"/>
            <p:cNvSpPr txBox="1"/>
            <p:nvPr/>
          </p:nvSpPr>
          <p:spPr>
            <a:xfrm>
              <a:off x="0" y="-19050"/>
              <a:ext cx="344855" cy="145187"/>
            </a:xfrm>
            <a:prstGeom prst="rect">
              <a:avLst/>
            </a:prstGeom>
          </p:spPr>
          <p:txBody>
            <a:bodyPr lIns="50800" tIns="50800" rIns="50800" bIns="50800" rtlCol="0" anchor="ctr"/>
            <a:lstStyle/>
            <a:p>
              <a:pPr algn="ctr">
                <a:lnSpc>
                  <a:spcPts val="2186"/>
                </a:lnSpc>
              </a:pPr>
              <a:endParaRPr/>
            </a:p>
          </p:txBody>
        </p:sp>
      </p:grpSp>
      <p:grpSp>
        <p:nvGrpSpPr>
          <p:cNvPr id="9" name="Group 9"/>
          <p:cNvGrpSpPr/>
          <p:nvPr/>
        </p:nvGrpSpPr>
        <p:grpSpPr>
          <a:xfrm>
            <a:off x="0" y="3999826"/>
            <a:ext cx="7075676" cy="4169096"/>
            <a:chOff x="0" y="0"/>
            <a:chExt cx="1096207" cy="645902"/>
          </a:xfrm>
        </p:grpSpPr>
        <p:sp>
          <p:nvSpPr>
            <p:cNvPr id="10" name="Freeform 10"/>
            <p:cNvSpPr/>
            <p:nvPr/>
          </p:nvSpPr>
          <p:spPr>
            <a:xfrm>
              <a:off x="0" y="0"/>
              <a:ext cx="1096207" cy="645902"/>
            </a:xfrm>
            <a:custGeom>
              <a:avLst/>
              <a:gdLst/>
              <a:ahLst/>
              <a:cxnLst/>
              <a:rect l="l" t="t" r="r" b="b"/>
              <a:pathLst>
                <a:path w="1096207" h="645902">
                  <a:moveTo>
                    <a:pt x="0" y="0"/>
                  </a:moveTo>
                  <a:lnTo>
                    <a:pt x="1096207" y="0"/>
                  </a:lnTo>
                  <a:lnTo>
                    <a:pt x="1096207" y="645902"/>
                  </a:lnTo>
                  <a:lnTo>
                    <a:pt x="0" y="645902"/>
                  </a:lnTo>
                  <a:close/>
                </a:path>
              </a:pathLst>
            </a:custGeom>
            <a:blipFill>
              <a:blip r:embed="rId3"/>
              <a:stretch>
                <a:fillRect t="-6572" b="-6572"/>
              </a:stretch>
            </a:blipFill>
          </p:spPr>
        </p:sp>
      </p:grpSp>
      <p:grpSp>
        <p:nvGrpSpPr>
          <p:cNvPr id="11" name="Group 11"/>
          <p:cNvGrpSpPr/>
          <p:nvPr/>
        </p:nvGrpSpPr>
        <p:grpSpPr>
          <a:xfrm>
            <a:off x="7612215" y="1812971"/>
            <a:ext cx="10419159" cy="3228223"/>
            <a:chOff x="0" y="0"/>
            <a:chExt cx="1649617" cy="611591"/>
          </a:xfrm>
        </p:grpSpPr>
        <p:sp>
          <p:nvSpPr>
            <p:cNvPr id="12" name="Freeform 12"/>
            <p:cNvSpPr/>
            <p:nvPr/>
          </p:nvSpPr>
          <p:spPr>
            <a:xfrm>
              <a:off x="0" y="0"/>
              <a:ext cx="1649617" cy="611591"/>
            </a:xfrm>
            <a:custGeom>
              <a:avLst/>
              <a:gdLst/>
              <a:ahLst/>
              <a:cxnLst/>
              <a:rect l="l" t="t" r="r" b="b"/>
              <a:pathLst>
                <a:path w="1649617" h="611591">
                  <a:moveTo>
                    <a:pt x="0" y="0"/>
                  </a:moveTo>
                  <a:lnTo>
                    <a:pt x="1649617" y="0"/>
                  </a:lnTo>
                  <a:lnTo>
                    <a:pt x="1649617" y="611591"/>
                  </a:lnTo>
                  <a:lnTo>
                    <a:pt x="0" y="611591"/>
                  </a:lnTo>
                  <a:close/>
                </a:path>
              </a:pathLst>
            </a:custGeom>
            <a:blipFill>
              <a:blip r:embed="rId4"/>
              <a:stretch>
                <a:fillRect t="-39908" b="-39908"/>
              </a:stretch>
            </a:blipFill>
          </p:spPr>
        </p:sp>
      </p:grpSp>
      <p:sp>
        <p:nvSpPr>
          <p:cNvPr id="13" name="TextBox 13"/>
          <p:cNvSpPr txBox="1"/>
          <p:nvPr/>
        </p:nvSpPr>
        <p:spPr>
          <a:xfrm>
            <a:off x="12146110" y="1009650"/>
            <a:ext cx="98847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HOME</a:t>
            </a:r>
          </a:p>
        </p:txBody>
      </p:sp>
      <p:sp>
        <p:nvSpPr>
          <p:cNvPr id="14" name="TextBox 14"/>
          <p:cNvSpPr txBox="1"/>
          <p:nvPr/>
        </p:nvSpPr>
        <p:spPr>
          <a:xfrm>
            <a:off x="13660085" y="1009650"/>
            <a:ext cx="151606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DISCUSSION</a:t>
            </a:r>
          </a:p>
        </p:txBody>
      </p:sp>
      <p:sp>
        <p:nvSpPr>
          <p:cNvPr id="15" name="TextBox 15"/>
          <p:cNvSpPr txBox="1"/>
          <p:nvPr/>
        </p:nvSpPr>
        <p:spPr>
          <a:xfrm>
            <a:off x="15701651" y="1009650"/>
            <a:ext cx="1557649" cy="275898"/>
          </a:xfrm>
          <a:prstGeom prst="rect">
            <a:avLst/>
          </a:prstGeom>
        </p:spPr>
        <p:txBody>
          <a:bodyPr lIns="0" tIns="0" rIns="0" bIns="0" rtlCol="0" anchor="t">
            <a:spAutoFit/>
          </a:bodyPr>
          <a:lstStyle/>
          <a:p>
            <a:pPr marL="0" lvl="1" indent="0" algn="ctr">
              <a:lnSpc>
                <a:spcPts val="2186"/>
              </a:lnSpc>
              <a:spcBef>
                <a:spcPct val="0"/>
              </a:spcBef>
            </a:pPr>
            <a:r>
              <a:rPr lang="en-US" sz="1695" b="1">
                <a:solidFill>
                  <a:srgbClr val="FFFFFF"/>
                </a:solidFill>
                <a:latin typeface="TT Fors Bold"/>
                <a:ea typeface="TT Fors Bold"/>
                <a:cs typeface="TT Fors Bold"/>
                <a:sym typeface="TT Fors Bold"/>
              </a:rPr>
              <a:t>CONCLUSION</a:t>
            </a:r>
          </a:p>
        </p:txBody>
      </p:sp>
      <p:sp>
        <p:nvSpPr>
          <p:cNvPr id="19" name="TextBox 19"/>
          <p:cNvSpPr txBox="1"/>
          <p:nvPr/>
        </p:nvSpPr>
        <p:spPr>
          <a:xfrm>
            <a:off x="1028700" y="2321216"/>
            <a:ext cx="5767061" cy="1105868"/>
          </a:xfrm>
          <a:prstGeom prst="rect">
            <a:avLst/>
          </a:prstGeom>
        </p:spPr>
        <p:txBody>
          <a:bodyPr lIns="0" tIns="0" rIns="0" bIns="0" rtlCol="0" anchor="t">
            <a:spAutoFit/>
          </a:bodyPr>
          <a:lstStyle/>
          <a:p>
            <a:pPr marL="0" lvl="1" indent="0" algn="l">
              <a:lnSpc>
                <a:spcPts val="8288"/>
              </a:lnSpc>
            </a:pPr>
            <a:r>
              <a:rPr lang="en-US" sz="8288" b="1" spc="-331" dirty="0">
                <a:solidFill>
                  <a:srgbClr val="FFFFFF"/>
                </a:solidFill>
                <a:latin typeface="Inter Bold"/>
                <a:ea typeface="Inter Bold"/>
                <a:cs typeface="Inter Bold"/>
                <a:sym typeface="Inter Bold"/>
              </a:rPr>
              <a:t>Summary</a:t>
            </a:r>
          </a:p>
        </p:txBody>
      </p:sp>
      <p:sp>
        <p:nvSpPr>
          <p:cNvPr id="20" name="TextBox 20"/>
          <p:cNvSpPr txBox="1"/>
          <p:nvPr/>
        </p:nvSpPr>
        <p:spPr>
          <a:xfrm>
            <a:off x="7612214" y="5604213"/>
            <a:ext cx="10419159" cy="4431983"/>
          </a:xfrm>
          <a:prstGeom prst="rect">
            <a:avLst/>
          </a:prstGeom>
        </p:spPr>
        <p:txBody>
          <a:bodyPr wrap="square" lIns="0" tIns="0" rIns="0" bIns="0" rtlCol="0" anchor="t">
            <a:spAutoFit/>
          </a:bodyPr>
          <a:lstStyle/>
          <a:p>
            <a:r>
              <a:rPr lang="en-US" sz="2400" dirty="0">
                <a:solidFill>
                  <a:schemeClr val="bg1"/>
                </a:solidFill>
              </a:rPr>
              <a:t>The </a:t>
            </a:r>
            <a:r>
              <a:rPr lang="en-US" sz="2400" b="1" dirty="0">
                <a:solidFill>
                  <a:schemeClr val="bg1"/>
                </a:solidFill>
              </a:rPr>
              <a:t>G3 Gadget Webstore</a:t>
            </a:r>
            <a:r>
              <a:rPr lang="en-US" sz="2400" dirty="0">
                <a:solidFill>
                  <a:schemeClr val="bg1"/>
                </a:solidFill>
              </a:rPr>
              <a:t> is a simple but functional store created using </a:t>
            </a:r>
            <a:r>
              <a:rPr lang="en-US" sz="2400" b="1" dirty="0">
                <a:solidFill>
                  <a:schemeClr val="bg1"/>
                </a:solidFill>
              </a:rPr>
              <a:t>HTML, CSS, and JavaScript</a:t>
            </a:r>
            <a:r>
              <a:rPr lang="en-US" sz="2400" dirty="0">
                <a:solidFill>
                  <a:schemeClr val="bg1"/>
                </a:solidFill>
              </a:rPr>
              <a:t>. It features a modern dark-themed design and showcases different tech products such as earphones, smartwatches, and speakers. The webstore includes multiple pages: a </a:t>
            </a:r>
            <a:r>
              <a:rPr lang="en-US" sz="2400" b="1" dirty="0">
                <a:solidFill>
                  <a:schemeClr val="bg1"/>
                </a:solidFill>
              </a:rPr>
              <a:t>homepage</a:t>
            </a:r>
            <a:r>
              <a:rPr lang="en-US" sz="2400" dirty="0">
                <a:solidFill>
                  <a:schemeClr val="bg1"/>
                </a:solidFill>
              </a:rPr>
              <a:t>, a </a:t>
            </a:r>
            <a:r>
              <a:rPr lang="en-US" sz="2400" b="1" dirty="0">
                <a:solidFill>
                  <a:schemeClr val="bg1"/>
                </a:solidFill>
              </a:rPr>
              <a:t>products page</a:t>
            </a:r>
            <a:r>
              <a:rPr lang="en-US" sz="2400" dirty="0">
                <a:solidFill>
                  <a:schemeClr val="bg1"/>
                </a:solidFill>
              </a:rPr>
              <a:t>, a </a:t>
            </a:r>
            <a:r>
              <a:rPr lang="en-US" sz="2400" b="1" dirty="0">
                <a:solidFill>
                  <a:schemeClr val="bg1"/>
                </a:solidFill>
              </a:rPr>
              <a:t>product details page</a:t>
            </a:r>
            <a:r>
              <a:rPr lang="en-US" sz="2400" dirty="0">
                <a:solidFill>
                  <a:schemeClr val="bg1"/>
                </a:solidFill>
              </a:rPr>
              <a:t>, a </a:t>
            </a:r>
            <a:r>
              <a:rPr lang="en-US" sz="2400" b="1" dirty="0">
                <a:solidFill>
                  <a:schemeClr val="bg1"/>
                </a:solidFill>
              </a:rPr>
              <a:t>cart page</a:t>
            </a:r>
            <a:r>
              <a:rPr lang="en-US" sz="2400" dirty="0">
                <a:solidFill>
                  <a:schemeClr val="bg1"/>
                </a:solidFill>
              </a:rPr>
              <a:t>, and a </a:t>
            </a:r>
            <a:r>
              <a:rPr lang="en-US" sz="2400" b="1" dirty="0">
                <a:solidFill>
                  <a:schemeClr val="bg1"/>
                </a:solidFill>
              </a:rPr>
              <a:t>checkout page</a:t>
            </a:r>
            <a:r>
              <a:rPr lang="en-US" sz="2400" dirty="0">
                <a:solidFill>
                  <a:schemeClr val="bg1"/>
                </a:solidFill>
              </a:rPr>
              <a:t>.</a:t>
            </a:r>
          </a:p>
          <a:p>
            <a:r>
              <a:rPr lang="en-US" sz="2400" dirty="0">
                <a:solidFill>
                  <a:schemeClr val="bg1"/>
                </a:solidFill>
              </a:rPr>
              <a:t>Users can view products with images, names, and prices, and they can also use the </a:t>
            </a:r>
            <a:r>
              <a:rPr lang="en-US" sz="2400" b="1" dirty="0">
                <a:solidFill>
                  <a:schemeClr val="bg1"/>
                </a:solidFill>
              </a:rPr>
              <a:t>Add to Cart</a:t>
            </a:r>
            <a:r>
              <a:rPr lang="en-US" sz="2400" dirty="0">
                <a:solidFill>
                  <a:schemeClr val="bg1"/>
                </a:solidFill>
              </a:rPr>
              <a:t> system, which updates the cart count and total price using JavaScript. The site also includes a search bar for filtering items and smooth animations to improve user experience.</a:t>
            </a:r>
          </a:p>
          <a:p>
            <a:r>
              <a:rPr lang="en-US" sz="2400" dirty="0">
                <a:solidFill>
                  <a:schemeClr val="bg1"/>
                </a:solidFill>
              </a:rPr>
              <a:t>Overall, the G3 Gadget Webstore demonstrates basic web development skills and shows how a beginner-friendly design can still look professional, organized, and functional.</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32530-1E01-0444-A2E3-68152D98079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F2EBB7F-7053-37EB-16BB-7F67EF0C2E9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a:extLst>
              <a:ext uri="{FF2B5EF4-FFF2-40B4-BE49-F238E27FC236}">
                <a16:creationId xmlns:a16="http://schemas.microsoft.com/office/drawing/2014/main" id="{1168D92F-B82E-556A-107D-E10F1EB7B886}"/>
              </a:ext>
            </a:extLst>
          </p:cNvPr>
          <p:cNvGrpSpPr/>
          <p:nvPr/>
        </p:nvGrpSpPr>
        <p:grpSpPr>
          <a:xfrm>
            <a:off x="2289301" y="5275006"/>
            <a:ext cx="13709398" cy="706705"/>
            <a:chOff x="0" y="0"/>
            <a:chExt cx="3610706" cy="186128"/>
          </a:xfrm>
        </p:grpSpPr>
        <p:sp>
          <p:nvSpPr>
            <p:cNvPr id="4" name="Freeform 4">
              <a:extLst>
                <a:ext uri="{FF2B5EF4-FFF2-40B4-BE49-F238E27FC236}">
                  <a16:creationId xmlns:a16="http://schemas.microsoft.com/office/drawing/2014/main" id="{C21B968F-B8DC-7170-551A-AAFB1441E338}"/>
                </a:ext>
              </a:extLst>
            </p:cNvPr>
            <p:cNvSpPr/>
            <p:nvPr/>
          </p:nvSpPr>
          <p:spPr>
            <a:xfrm>
              <a:off x="0" y="0"/>
              <a:ext cx="3610706" cy="186128"/>
            </a:xfrm>
            <a:custGeom>
              <a:avLst/>
              <a:gdLst/>
              <a:ahLst/>
              <a:cxnLst/>
              <a:rect l="l" t="t" r="r" b="b"/>
              <a:pathLst>
                <a:path w="3610706" h="186128">
                  <a:moveTo>
                    <a:pt x="0" y="0"/>
                  </a:moveTo>
                  <a:lnTo>
                    <a:pt x="3610706" y="0"/>
                  </a:lnTo>
                  <a:lnTo>
                    <a:pt x="3610706" y="186128"/>
                  </a:lnTo>
                  <a:lnTo>
                    <a:pt x="0" y="186128"/>
                  </a:lnTo>
                  <a:close/>
                </a:path>
              </a:pathLst>
            </a:custGeom>
            <a:solidFill>
              <a:srgbClr val="6C0B7B"/>
            </a:solidFill>
          </p:spPr>
        </p:sp>
        <p:sp>
          <p:nvSpPr>
            <p:cNvPr id="5" name="TextBox 5">
              <a:extLst>
                <a:ext uri="{FF2B5EF4-FFF2-40B4-BE49-F238E27FC236}">
                  <a16:creationId xmlns:a16="http://schemas.microsoft.com/office/drawing/2014/main" id="{A62A3FA5-868E-4FB6-85B2-A7C21F605213}"/>
                </a:ext>
              </a:extLst>
            </p:cNvPr>
            <p:cNvSpPr txBox="1"/>
            <p:nvPr/>
          </p:nvSpPr>
          <p:spPr>
            <a:xfrm>
              <a:off x="0" y="-19050"/>
              <a:ext cx="3610706" cy="205178"/>
            </a:xfrm>
            <a:prstGeom prst="rect">
              <a:avLst/>
            </a:prstGeom>
          </p:spPr>
          <p:txBody>
            <a:bodyPr lIns="50800" tIns="50800" rIns="50800" bIns="50800" rtlCol="0" anchor="ctr"/>
            <a:lstStyle/>
            <a:p>
              <a:pPr algn="ctr">
                <a:lnSpc>
                  <a:spcPts val="2186"/>
                </a:lnSpc>
              </a:pPr>
              <a:endParaRPr/>
            </a:p>
          </p:txBody>
        </p:sp>
      </p:grpSp>
      <p:sp>
        <p:nvSpPr>
          <p:cNvPr id="6" name="TextBox 6">
            <a:extLst>
              <a:ext uri="{FF2B5EF4-FFF2-40B4-BE49-F238E27FC236}">
                <a16:creationId xmlns:a16="http://schemas.microsoft.com/office/drawing/2014/main" id="{53BC03DA-A0E0-65A1-502F-741E60CB2508}"/>
              </a:ext>
            </a:extLst>
          </p:cNvPr>
          <p:cNvSpPr txBox="1"/>
          <p:nvPr/>
        </p:nvSpPr>
        <p:spPr>
          <a:xfrm>
            <a:off x="12146110" y="1009650"/>
            <a:ext cx="988479" cy="275898"/>
          </a:xfrm>
          <a:prstGeom prst="rect">
            <a:avLst/>
          </a:prstGeom>
        </p:spPr>
        <p:txBody>
          <a:bodyPr lIns="0" tIns="0" rIns="0" bIns="0" rtlCol="0" anchor="t">
            <a:spAutoFit/>
          </a:bodyPr>
          <a:lstStyle/>
          <a:p>
            <a:pPr marL="0" lvl="1" indent="0" algn="ctr">
              <a:lnSpc>
                <a:spcPts val="2186"/>
              </a:lnSpc>
              <a:spcBef>
                <a:spcPct val="0"/>
              </a:spcBef>
            </a:pPr>
            <a:r>
              <a:rPr lang="en-US" sz="1695" b="1">
                <a:solidFill>
                  <a:srgbClr val="FFFFFF"/>
                </a:solidFill>
                <a:latin typeface="TT Fors Bold"/>
                <a:ea typeface="TT Fors Bold"/>
                <a:cs typeface="TT Fors Bold"/>
                <a:sym typeface="TT Fors Bold"/>
              </a:rPr>
              <a:t>HOME</a:t>
            </a:r>
          </a:p>
        </p:txBody>
      </p:sp>
      <p:sp>
        <p:nvSpPr>
          <p:cNvPr id="7" name="TextBox 7">
            <a:extLst>
              <a:ext uri="{FF2B5EF4-FFF2-40B4-BE49-F238E27FC236}">
                <a16:creationId xmlns:a16="http://schemas.microsoft.com/office/drawing/2014/main" id="{72F93088-1731-4BA2-E0D7-6A61FEAC6B7E}"/>
              </a:ext>
            </a:extLst>
          </p:cNvPr>
          <p:cNvSpPr txBox="1"/>
          <p:nvPr/>
        </p:nvSpPr>
        <p:spPr>
          <a:xfrm>
            <a:off x="13660085" y="1009650"/>
            <a:ext cx="151606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DISCUSSION</a:t>
            </a:r>
          </a:p>
        </p:txBody>
      </p:sp>
      <p:sp>
        <p:nvSpPr>
          <p:cNvPr id="8" name="TextBox 8">
            <a:extLst>
              <a:ext uri="{FF2B5EF4-FFF2-40B4-BE49-F238E27FC236}">
                <a16:creationId xmlns:a16="http://schemas.microsoft.com/office/drawing/2014/main" id="{A0F25D38-9886-A1E4-C97F-8B8EDF030D42}"/>
              </a:ext>
            </a:extLst>
          </p:cNvPr>
          <p:cNvSpPr txBox="1"/>
          <p:nvPr/>
        </p:nvSpPr>
        <p:spPr>
          <a:xfrm>
            <a:off x="15701651" y="1009650"/>
            <a:ext cx="1557649" cy="275898"/>
          </a:xfrm>
          <a:prstGeom prst="rect">
            <a:avLst/>
          </a:prstGeom>
        </p:spPr>
        <p:txBody>
          <a:bodyPr lIns="0" tIns="0" rIns="0" bIns="0" rtlCol="0" anchor="t">
            <a:spAutoFit/>
          </a:bodyPr>
          <a:lstStyle/>
          <a:p>
            <a:pPr marL="0" lvl="1" indent="0" algn="ctr">
              <a:lnSpc>
                <a:spcPts val="2186"/>
              </a:lnSpc>
              <a:spcBef>
                <a:spcPct val="0"/>
              </a:spcBef>
            </a:pPr>
            <a:r>
              <a:rPr lang="en-US" sz="1695">
                <a:solidFill>
                  <a:srgbClr val="FFFFFF">
                    <a:alpha val="60000"/>
                  </a:srgbClr>
                </a:solidFill>
                <a:latin typeface="TT Fors"/>
                <a:ea typeface="TT Fors"/>
                <a:cs typeface="TT Fors"/>
                <a:sym typeface="TT Fors"/>
              </a:rPr>
              <a:t>CONCLUSION</a:t>
            </a:r>
          </a:p>
        </p:txBody>
      </p:sp>
      <p:sp>
        <p:nvSpPr>
          <p:cNvPr id="9" name="TextBox 9">
            <a:extLst>
              <a:ext uri="{FF2B5EF4-FFF2-40B4-BE49-F238E27FC236}">
                <a16:creationId xmlns:a16="http://schemas.microsoft.com/office/drawing/2014/main" id="{E3C3A802-F9FF-2E8B-D0AF-C9E5CAEF7503}"/>
              </a:ext>
            </a:extLst>
          </p:cNvPr>
          <p:cNvSpPr txBox="1"/>
          <p:nvPr/>
        </p:nvSpPr>
        <p:spPr>
          <a:xfrm>
            <a:off x="4419447" y="3844230"/>
            <a:ext cx="9449106" cy="1196033"/>
          </a:xfrm>
          <a:prstGeom prst="rect">
            <a:avLst/>
          </a:prstGeom>
        </p:spPr>
        <p:txBody>
          <a:bodyPr lIns="0" tIns="0" rIns="0" bIns="0" rtlCol="0" anchor="t">
            <a:spAutoFit/>
          </a:bodyPr>
          <a:lstStyle/>
          <a:p>
            <a:pPr marL="0" lvl="1" indent="0" algn="ctr">
              <a:lnSpc>
                <a:spcPts val="9257"/>
              </a:lnSpc>
            </a:pPr>
            <a:r>
              <a:rPr lang="en-US" sz="10000" b="1" dirty="0">
                <a:solidFill>
                  <a:srgbClr val="0CC0DF"/>
                </a:solidFill>
                <a:latin typeface="Inter Bold"/>
                <a:ea typeface="Inter Bold"/>
                <a:cs typeface="Inter Bold"/>
                <a:sym typeface="Inter Bold"/>
              </a:rPr>
              <a:t>Thank You </a:t>
            </a:r>
          </a:p>
        </p:txBody>
      </p:sp>
      <p:sp>
        <p:nvSpPr>
          <p:cNvPr id="11" name="TextBox 11">
            <a:extLst>
              <a:ext uri="{FF2B5EF4-FFF2-40B4-BE49-F238E27FC236}">
                <a16:creationId xmlns:a16="http://schemas.microsoft.com/office/drawing/2014/main" id="{ED87A997-620F-C54B-B25C-F854156B33F6}"/>
              </a:ext>
            </a:extLst>
          </p:cNvPr>
          <p:cNvSpPr txBox="1"/>
          <p:nvPr/>
        </p:nvSpPr>
        <p:spPr>
          <a:xfrm>
            <a:off x="4786281" y="6222794"/>
            <a:ext cx="8715438" cy="530860"/>
          </a:xfrm>
          <a:prstGeom prst="rect">
            <a:avLst/>
          </a:prstGeom>
        </p:spPr>
        <p:txBody>
          <a:bodyPr lIns="0" tIns="0" rIns="0" bIns="0" rtlCol="0" anchor="t">
            <a:spAutoFit/>
          </a:bodyPr>
          <a:lstStyle/>
          <a:p>
            <a:pPr marL="0" lvl="0" indent="0" algn="ctr">
              <a:lnSpc>
                <a:spcPts val="4339"/>
              </a:lnSpc>
              <a:spcBef>
                <a:spcPct val="0"/>
              </a:spcBef>
            </a:pPr>
            <a:r>
              <a:rPr lang="en-US" sz="3099" spc="92" dirty="0">
                <a:solidFill>
                  <a:srgbClr val="FFFFFF"/>
                </a:solidFill>
                <a:latin typeface="TT Fors"/>
                <a:ea typeface="TT Fors"/>
                <a:cs typeface="TT Fors"/>
                <a:sym typeface="TT Fors"/>
              </a:rPr>
              <a:t>Presented by Group 3</a:t>
            </a:r>
          </a:p>
        </p:txBody>
      </p:sp>
    </p:spTree>
    <p:extLst>
      <p:ext uri="{BB962C8B-B14F-4D97-AF65-F5344CB8AC3E}">
        <p14:creationId xmlns:p14="http://schemas.microsoft.com/office/powerpoint/2010/main" val="183335832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TotalTime>
  <Words>1071</Words>
  <Application>Microsoft Office PowerPoint</Application>
  <PresentationFormat>Custom</PresentationFormat>
  <Paragraphs>102</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Calibri</vt:lpstr>
      <vt:lpstr>TT Fors</vt:lpstr>
      <vt:lpstr>Arial</vt:lpstr>
      <vt:lpstr>TT Fors Bold</vt:lpstr>
      <vt:lpstr>Inter Bold</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and Black Modern Computer Presentation</dc:title>
  <cp:lastModifiedBy>Von Jaycel Bas</cp:lastModifiedBy>
  <cp:revision>1</cp:revision>
  <dcterms:created xsi:type="dcterms:W3CDTF">2006-08-16T00:00:00Z</dcterms:created>
  <dcterms:modified xsi:type="dcterms:W3CDTF">2025-12-12T05:44:22Z</dcterms:modified>
  <dc:identifier>DAG7QRxeWHc</dc:identifier>
</cp:coreProperties>
</file>